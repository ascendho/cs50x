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google.com/search?q=cats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8401b6c26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8401b6c26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9f210aecbc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9f210aecbc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8401b6c2f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8401b6c2f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8401b6c2f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8401b6c2f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8401b6c2f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8401b6c2f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8401b6c2f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8401b6c2f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8401b6c2f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8401b6c2f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8401b6c2f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8401b6c2f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8401b6c2f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8401b6c2f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8401b6c2f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8401b6c2f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https://www.google.com/search?q=cats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0096cd1cda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0096cd1cda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f8c7742b5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f8c7742b5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4f8c7742b5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4f8c7742b5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2d605125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2d605125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9f210aecb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9f210aecb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hello0/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2d605125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2d605125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hello1/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12d60512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12d60512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hello2/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8401b6c2f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8401b6c2f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9a924ac89a_3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9a924ac89a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hello{3,4,5,6,7}/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9f210aecbc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9f210aecbc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hello{8,9}/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2d605125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2d605125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hello10/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9f210aecbc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9f210aecbc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froshims{0,1,2,3,4,5}/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850e900ea2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850e900ea2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850e900ea2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850e900ea2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0096cd1cda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0096cd1cda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9f210aecb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9f210aecb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9f210aecb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9f210aecb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9f210aecb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9f210aecb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9f210aecb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9f210aecb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9f210aecbc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9f210aecb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 stamp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9f210aecbc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9f210aecbc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login/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store/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9a924ac89a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9a924ac89a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shows{0,1}/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8401b6c2f9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8401b6c2f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shows2/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2d605125f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12d605125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9a92345b9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9a92345b9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shows3/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8401b6c2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8401b6c2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jinja.palletsprojects.com/templates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http-server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/file.html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/folder/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/folder/file.html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/path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/route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/route?key=value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/route?key=value&amp;key=value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/search?q=cats HTTP/2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Host: www.google.com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Flask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flask run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app.py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requirements.txt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flask import Flask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app = Flask(__name__)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@app.route("/")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def index():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"hello, world"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app.py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requirements.txt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static/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templates/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flask import Flask, render_template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app = Flask(__name__)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@app.route("/")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def index():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render_template("index.html")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request.args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Jinja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request.form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jinja.palletsprojects.com/templates/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8600" y="124700"/>
            <a:ext cx="94012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4"/>
          <p:cNvSpPr/>
          <p:nvPr/>
        </p:nvSpPr>
        <p:spPr>
          <a:xfrm>
            <a:off x="3138600" y="516975"/>
            <a:ext cx="1233300" cy="34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/>
          <p:nvPr/>
        </p:nvSpPr>
        <p:spPr>
          <a:xfrm>
            <a:off x="2842599" y="1200187"/>
            <a:ext cx="1828800" cy="2788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Controller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66" name="Google Shape;166;p35"/>
          <p:cNvSpPr/>
          <p:nvPr/>
        </p:nvSpPr>
        <p:spPr>
          <a:xfrm>
            <a:off x="5426025" y="1200188"/>
            <a:ext cx="1828800" cy="274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View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67" name="Google Shape;167;p35"/>
          <p:cNvSpPr/>
          <p:nvPr/>
        </p:nvSpPr>
        <p:spPr>
          <a:xfrm>
            <a:off x="8048683" y="2485871"/>
            <a:ext cx="836100" cy="836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5"/>
          <p:cNvSpPr/>
          <p:nvPr/>
        </p:nvSpPr>
        <p:spPr>
          <a:xfrm>
            <a:off x="8048724" y="1821612"/>
            <a:ext cx="836100" cy="83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" name="Google Shape;169;p35"/>
          <p:cNvCxnSpPr/>
          <p:nvPr/>
        </p:nvCxnSpPr>
        <p:spPr>
          <a:xfrm rot="10800000">
            <a:off x="7315300" y="2571775"/>
            <a:ext cx="44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0" name="Google Shape;170;p35"/>
          <p:cNvCxnSpPr/>
          <p:nvPr/>
        </p:nvCxnSpPr>
        <p:spPr>
          <a:xfrm rot="10800000">
            <a:off x="4713869" y="2571775"/>
            <a:ext cx="44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/>
          <p:cNvSpPr/>
          <p:nvPr/>
        </p:nvSpPr>
        <p:spPr>
          <a:xfrm>
            <a:off x="2842599" y="1200187"/>
            <a:ext cx="1828800" cy="2788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Controller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76" name="Google Shape;176;p36"/>
          <p:cNvSpPr/>
          <p:nvPr/>
        </p:nvSpPr>
        <p:spPr>
          <a:xfrm>
            <a:off x="5426025" y="1200188"/>
            <a:ext cx="1828800" cy="274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View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77" name="Google Shape;177;p36"/>
          <p:cNvSpPr/>
          <p:nvPr/>
        </p:nvSpPr>
        <p:spPr>
          <a:xfrm>
            <a:off x="248746" y="1155113"/>
            <a:ext cx="1828800" cy="2788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Model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78" name="Google Shape;178;p36"/>
          <p:cNvSpPr/>
          <p:nvPr/>
        </p:nvSpPr>
        <p:spPr>
          <a:xfrm>
            <a:off x="8048683" y="2485871"/>
            <a:ext cx="836100" cy="836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6"/>
          <p:cNvSpPr/>
          <p:nvPr/>
        </p:nvSpPr>
        <p:spPr>
          <a:xfrm>
            <a:off x="8048724" y="1821612"/>
            <a:ext cx="836100" cy="836100"/>
          </a:xfrm>
          <a:prstGeom prst="ellipse">
            <a:avLst/>
          </a:prstGeom>
          <a:solidFill>
            <a:srgbClr val="B7B7B7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" name="Google Shape;180;p36"/>
          <p:cNvCxnSpPr/>
          <p:nvPr/>
        </p:nvCxnSpPr>
        <p:spPr>
          <a:xfrm rot="10800000">
            <a:off x="7315300" y="2571750"/>
            <a:ext cx="44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1" name="Google Shape;181;p36"/>
          <p:cNvCxnSpPr/>
          <p:nvPr/>
        </p:nvCxnSpPr>
        <p:spPr>
          <a:xfrm rot="10800000">
            <a:off x="4713869" y="2571750"/>
            <a:ext cx="44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" name="Google Shape;182;p36"/>
          <p:cNvCxnSpPr/>
          <p:nvPr/>
        </p:nvCxnSpPr>
        <p:spPr>
          <a:xfrm rot="10800000">
            <a:off x="2124570" y="2571738"/>
            <a:ext cx="444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9500" y="152400"/>
            <a:ext cx="442498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/ HTTP/2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Host: accounts.google.com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HTTP/2 200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Content-Type: text/html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HTTP/2 200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Content-Type: text/html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Set-Cookie: session=value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 HTTP/2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Host: 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accounts.google.com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 HTTP/2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Host: 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accounts.google.com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Cookie: session=value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session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SQL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{"id": 112108, "title": "The Office", "year": 1995, "episodes": 6},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{"id": 290978, "title": "The Office", "year": 2001, "episodes": 14},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{"id": 386676, "title": "The Office", "year": 2005, "episodes": 188},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{"id": 1791001, "title": "The Office", "year": 2010, "episodes": 30},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{"id": 2186395, "title": "The Office", "year": 2012, "episodes": 8},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{"id": 8305218, "title": "The Office", "year": 2019, "episodes": 28},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{"id": 20877972, "title": "The Office", "year": 2022, "episodes": 20}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