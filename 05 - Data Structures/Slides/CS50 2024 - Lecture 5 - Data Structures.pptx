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76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196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8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180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87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77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95.xml"/>
  <Override ContentType="application/vnd.openxmlformats-officedocument.presentationml.notesSlide+xml" PartName="/ppt/notesSlides/notesSlide183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199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90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73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88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86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182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78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98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189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9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174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93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85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79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197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200.xml"/>
  <Override ContentType="application/vnd.openxmlformats-officedocument.presentationml.notesSlide+xml" PartName="/ppt/notesSlides/notesSlide181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175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43.xml"/>
  <Override ContentType="application/vnd.openxmlformats-officedocument.presentationml.slide+xml" PartName="/ppt/slides/slide199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19.xml"/>
  <Override ContentType="application/vnd.openxmlformats-officedocument.presentationml.slide+xml" PartName="/ppt/slides/slide5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71.xml"/>
  <Override ContentType="application/vnd.openxmlformats-officedocument.presentationml.slide+xml" PartName="/ppt/slides/slide179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84.xml"/>
  <Override ContentType="application/vnd.openxmlformats-officedocument.presentationml.slide+xml" PartName="/ppt/slides/slide141.xml"/>
  <Override ContentType="application/vnd.openxmlformats-officedocument.presentationml.slide+xml" PartName="/ppt/slides/slide82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187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195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59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176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180.xml"/>
  <Override ContentType="application/vnd.openxmlformats-officedocument.presentationml.slide+xml" PartName="/ppt/slides/slide18.xml"/>
  <Override ContentType="application/vnd.openxmlformats-officedocument.presentationml.slide+xml" PartName="/ppt/slides/slide52.xml"/>
  <Override ContentType="application/vnd.openxmlformats-officedocument.presentationml.slide+xml" PartName="/ppt/slides/slide95.xml"/>
  <Override ContentType="application/vnd.openxmlformats-officedocument.presentationml.slide+xml" PartName="/ppt/slides/slide181.xml"/>
  <Override ContentType="application/vnd.openxmlformats-officedocument.presentationml.slide+xml" PartName="/ppt/slides/slide157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47.xml"/>
  <Override ContentType="application/vnd.openxmlformats-officedocument.presentationml.slide+xml" PartName="/ppt/slides/slide191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196.xml"/>
  <Override ContentType="application/vnd.openxmlformats-officedocument.presentationml.slide+xml" PartName="/ppt/slides/slide171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86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60.xml"/>
  <Override ContentType="application/vnd.openxmlformats-officedocument.presentationml.slide+xml" PartName="/ppt/slides/slide100.xml"/>
  <Override ContentType="application/vnd.openxmlformats-officedocument.presentationml.slide+xml" PartName="/ppt/slides/slide90.xml"/>
  <Override ContentType="application/vnd.openxmlformats-officedocument.presentationml.slide+xml" PartName="/ppt/slides/slide143.xml"/>
  <Override ContentType="application/vnd.openxmlformats-officedocument.presentationml.slide+xml" PartName="/ppt/slides/slide132.xml"/>
  <Override ContentType="application/vnd.openxmlformats-officedocument.presentationml.slide+xml" PartName="/ppt/slides/slide62.xml"/>
  <Override ContentType="application/vnd.openxmlformats-officedocument.presentationml.slide+xml" PartName="/ppt/slides/slide175.xml"/>
  <Override ContentType="application/vnd.openxmlformats-officedocument.presentationml.slide+xml" PartName="/ppt/slides/slide1.xml"/>
  <Override ContentType="application/vnd.openxmlformats-officedocument.presentationml.slide+xml" PartName="/ppt/slides/slide192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200.xml"/>
  <Override ContentType="application/vnd.openxmlformats-officedocument.presentationml.slide+xml" PartName="/ppt/slides/slide88.xml"/>
  <Override ContentType="application/vnd.openxmlformats-officedocument.presentationml.slide+xml" PartName="/ppt/slides/slide158.xml"/>
  <Override ContentType="application/vnd.openxmlformats-officedocument.presentationml.slide+xml" PartName="/ppt/slides/slide115.xml"/>
  <Override ContentType="application/vnd.openxmlformats-officedocument.presentationml.slide+xml" PartName="/ppt/slides/slide3.xml"/>
  <Override ContentType="application/vnd.openxmlformats-officedocument.presentationml.slide+xml" PartName="/ppt/slides/slide182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174.xml"/>
  <Override ContentType="application/vnd.openxmlformats-officedocument.presentationml.slide+xml" PartName="/ppt/slides/slide190.xml"/>
  <Override ContentType="application/vnd.openxmlformats-officedocument.presentationml.slide+xml" PartName="/ppt/slides/slide33.xml"/>
  <Override ContentType="application/vnd.openxmlformats-officedocument.presentationml.slide+xml" PartName="/ppt/slides/slide68.xml"/>
  <Override ContentType="application/vnd.openxmlformats-officedocument.presentationml.slide+xml" PartName="/ppt/slides/slide170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4.xml"/>
  <Override ContentType="application/vnd.openxmlformats-officedocument.presentationml.slide+xml" PartName="/ppt/slides/slide197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185.xml"/>
  <Override ContentType="application/vnd.openxmlformats-officedocument.presentationml.slide+xml" PartName="/ppt/slides/slide65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178.xml"/>
  <Override ContentType="application/vnd.openxmlformats-officedocument.presentationml.slide+xml" PartName="/ppt/slides/slide29.xml"/>
  <Override ContentType="application/vnd.openxmlformats-officedocument.presentationml.slide+xml" PartName="/ppt/slides/slide76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89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57.xml"/>
  <Override ContentType="application/vnd.openxmlformats-officedocument.presentationml.slide+xml" PartName="/ppt/slides/slide44.xml"/>
  <Override ContentType="application/vnd.openxmlformats-officedocument.presentationml.slide+xml" PartName="/ppt/slides/slide193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198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130.xml"/>
  <Override ContentType="application/vnd.openxmlformats-officedocument.presentationml.slide+xml" PartName="/ppt/slides/slide173.xml"/>
  <Override ContentType="application/vnd.openxmlformats-officedocument.presentationml.slide+xml" PartName="/ppt/slides/slide16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83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49.xml"/>
  <Override ContentType="application/vnd.openxmlformats-officedocument.presentationml.slide+xml" PartName="/ppt/slides/slide124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194.xml"/>
  <Override ContentType="application/vnd.openxmlformats-officedocument.presentationml.slide+xml" PartName="/ppt/slides/slide151.xml"/>
  <Override ContentType="application/vnd.openxmlformats-officedocument.presentationml.slide+xml" PartName="/ppt/slides/slide177.xml"/>
  <Override ContentType="application/vnd.openxmlformats-officedocument.presentationml.slide+xml" PartName="/ppt/slides/slide134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88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75.xml"/>
  <Override ContentType="application/vnd.openxmlformats-officedocument.presentationml.slide+xml" PartName="/ppt/slides/slide58.xml"/>
  <Override ContentType="application/vnd.openxmlformats-officedocument.presentationml.slide+xml" PartName="/ppt/slides/slide15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565D9B7-E7EB-4178-8533-C15B5339CDE3}">
  <a:tblStyle styleId="{9565D9B7-E7EB-4178-8533-C15B5339CDE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190" Type="http://schemas.openxmlformats.org/officeDocument/2006/relationships/slide" Target="slides/slide18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194" Type="http://schemas.openxmlformats.org/officeDocument/2006/relationships/slide" Target="slides/slide187.xml"/><Relationship Id="rId43" Type="http://schemas.openxmlformats.org/officeDocument/2006/relationships/slide" Target="slides/slide36.xml"/><Relationship Id="rId193" Type="http://schemas.openxmlformats.org/officeDocument/2006/relationships/slide" Target="slides/slide186.xml"/><Relationship Id="rId46" Type="http://schemas.openxmlformats.org/officeDocument/2006/relationships/slide" Target="slides/slide39.xml"/><Relationship Id="rId192" Type="http://schemas.openxmlformats.org/officeDocument/2006/relationships/slide" Target="slides/slide185.xml"/><Relationship Id="rId45" Type="http://schemas.openxmlformats.org/officeDocument/2006/relationships/slide" Target="slides/slide38.xml"/><Relationship Id="rId191" Type="http://schemas.openxmlformats.org/officeDocument/2006/relationships/slide" Target="slides/slide184.xml"/><Relationship Id="rId48" Type="http://schemas.openxmlformats.org/officeDocument/2006/relationships/slide" Target="slides/slide41.xml"/><Relationship Id="rId187" Type="http://schemas.openxmlformats.org/officeDocument/2006/relationships/slide" Target="slides/slide180.xml"/><Relationship Id="rId47" Type="http://schemas.openxmlformats.org/officeDocument/2006/relationships/slide" Target="slides/slide40.xml"/><Relationship Id="rId186" Type="http://schemas.openxmlformats.org/officeDocument/2006/relationships/slide" Target="slides/slide179.xml"/><Relationship Id="rId185" Type="http://schemas.openxmlformats.org/officeDocument/2006/relationships/slide" Target="slides/slide178.xml"/><Relationship Id="rId49" Type="http://schemas.openxmlformats.org/officeDocument/2006/relationships/slide" Target="slides/slide42.xml"/><Relationship Id="rId184" Type="http://schemas.openxmlformats.org/officeDocument/2006/relationships/slide" Target="slides/slide177.xml"/><Relationship Id="rId189" Type="http://schemas.openxmlformats.org/officeDocument/2006/relationships/slide" Target="slides/slide182.xml"/><Relationship Id="rId188" Type="http://schemas.openxmlformats.org/officeDocument/2006/relationships/slide" Target="slides/slide18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183" Type="http://schemas.openxmlformats.org/officeDocument/2006/relationships/slide" Target="slides/slide176.xml"/><Relationship Id="rId32" Type="http://schemas.openxmlformats.org/officeDocument/2006/relationships/slide" Target="slides/slide25.xml"/><Relationship Id="rId182" Type="http://schemas.openxmlformats.org/officeDocument/2006/relationships/slide" Target="slides/slide175.xml"/><Relationship Id="rId35" Type="http://schemas.openxmlformats.org/officeDocument/2006/relationships/slide" Target="slides/slide28.xml"/><Relationship Id="rId181" Type="http://schemas.openxmlformats.org/officeDocument/2006/relationships/slide" Target="slides/slide174.xml"/><Relationship Id="rId34" Type="http://schemas.openxmlformats.org/officeDocument/2006/relationships/slide" Target="slides/slide27.xml"/><Relationship Id="rId180" Type="http://schemas.openxmlformats.org/officeDocument/2006/relationships/slide" Target="slides/slide173.xml"/><Relationship Id="rId37" Type="http://schemas.openxmlformats.org/officeDocument/2006/relationships/slide" Target="slides/slide30.xml"/><Relationship Id="rId176" Type="http://schemas.openxmlformats.org/officeDocument/2006/relationships/slide" Target="slides/slide169.xml"/><Relationship Id="rId36" Type="http://schemas.openxmlformats.org/officeDocument/2006/relationships/slide" Target="slides/slide29.xml"/><Relationship Id="rId175" Type="http://schemas.openxmlformats.org/officeDocument/2006/relationships/slide" Target="slides/slide168.xml"/><Relationship Id="rId39" Type="http://schemas.openxmlformats.org/officeDocument/2006/relationships/slide" Target="slides/slide32.xml"/><Relationship Id="rId174" Type="http://schemas.openxmlformats.org/officeDocument/2006/relationships/slide" Target="slides/slide167.xml"/><Relationship Id="rId38" Type="http://schemas.openxmlformats.org/officeDocument/2006/relationships/slide" Target="slides/slide31.xml"/><Relationship Id="rId173" Type="http://schemas.openxmlformats.org/officeDocument/2006/relationships/slide" Target="slides/slide166.xml"/><Relationship Id="rId179" Type="http://schemas.openxmlformats.org/officeDocument/2006/relationships/slide" Target="slides/slide172.xml"/><Relationship Id="rId178" Type="http://schemas.openxmlformats.org/officeDocument/2006/relationships/slide" Target="slides/slide171.xml"/><Relationship Id="rId177" Type="http://schemas.openxmlformats.org/officeDocument/2006/relationships/slide" Target="slides/slide170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98" Type="http://schemas.openxmlformats.org/officeDocument/2006/relationships/slide" Target="slides/slide191.xml"/><Relationship Id="rId14" Type="http://schemas.openxmlformats.org/officeDocument/2006/relationships/slide" Target="slides/slide7.xml"/><Relationship Id="rId197" Type="http://schemas.openxmlformats.org/officeDocument/2006/relationships/slide" Target="slides/slide190.xml"/><Relationship Id="rId17" Type="http://schemas.openxmlformats.org/officeDocument/2006/relationships/slide" Target="slides/slide10.xml"/><Relationship Id="rId196" Type="http://schemas.openxmlformats.org/officeDocument/2006/relationships/slide" Target="slides/slide189.xml"/><Relationship Id="rId16" Type="http://schemas.openxmlformats.org/officeDocument/2006/relationships/slide" Target="slides/slide9.xml"/><Relationship Id="rId195" Type="http://schemas.openxmlformats.org/officeDocument/2006/relationships/slide" Target="slides/slide188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99" Type="http://schemas.openxmlformats.org/officeDocument/2006/relationships/slide" Target="slides/slide192.xml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8" Type="http://schemas.openxmlformats.org/officeDocument/2006/relationships/slide" Target="slides/slide81.xml"/><Relationship Id="rId150" Type="http://schemas.openxmlformats.org/officeDocument/2006/relationships/slide" Target="slides/slide143.xml"/><Relationship Id="rId87" Type="http://schemas.openxmlformats.org/officeDocument/2006/relationships/slide" Target="slides/slide80.xml"/><Relationship Id="rId89" Type="http://schemas.openxmlformats.org/officeDocument/2006/relationships/slide" Target="slides/slide82.xml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2.xml"/><Relationship Id="rId4" Type="http://schemas.openxmlformats.org/officeDocument/2006/relationships/tableStyles" Target="tableStyles.xml"/><Relationship Id="rId148" Type="http://schemas.openxmlformats.org/officeDocument/2006/relationships/slide" Target="slides/slide141.xml"/><Relationship Id="rId9" Type="http://schemas.openxmlformats.org/officeDocument/2006/relationships/slide" Target="slides/slide2.xml"/><Relationship Id="rId143" Type="http://schemas.openxmlformats.org/officeDocument/2006/relationships/slide" Target="slides/slide136.xml"/><Relationship Id="rId142" Type="http://schemas.openxmlformats.org/officeDocument/2006/relationships/slide" Target="slides/slide135.xml"/><Relationship Id="rId141" Type="http://schemas.openxmlformats.org/officeDocument/2006/relationships/slide" Target="slides/slide134.xml"/><Relationship Id="rId140" Type="http://schemas.openxmlformats.org/officeDocument/2006/relationships/slide" Target="slides/slide133.xml"/><Relationship Id="rId5" Type="http://schemas.openxmlformats.org/officeDocument/2006/relationships/slideMaster" Target="slideMasters/slideMaster1.xml"/><Relationship Id="rId147" Type="http://schemas.openxmlformats.org/officeDocument/2006/relationships/slide" Target="slides/slide140.xml"/><Relationship Id="rId6" Type="http://schemas.openxmlformats.org/officeDocument/2006/relationships/slideMaster" Target="slideMasters/slideMaster2.xml"/><Relationship Id="rId146" Type="http://schemas.openxmlformats.org/officeDocument/2006/relationships/slide" Target="slides/slide139.xml"/><Relationship Id="rId7" Type="http://schemas.openxmlformats.org/officeDocument/2006/relationships/notesMaster" Target="notesMasters/notesMaster1.xml"/><Relationship Id="rId145" Type="http://schemas.openxmlformats.org/officeDocument/2006/relationships/slide" Target="slides/slide138.xml"/><Relationship Id="rId8" Type="http://schemas.openxmlformats.org/officeDocument/2006/relationships/slide" Target="slides/slide1.xml"/><Relationship Id="rId144" Type="http://schemas.openxmlformats.org/officeDocument/2006/relationships/slide" Target="slides/slide137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139" Type="http://schemas.openxmlformats.org/officeDocument/2006/relationships/slide" Target="slides/slide132.xml"/><Relationship Id="rId138" Type="http://schemas.openxmlformats.org/officeDocument/2006/relationships/slide" Target="slides/slide131.xml"/><Relationship Id="rId137" Type="http://schemas.openxmlformats.org/officeDocument/2006/relationships/slide" Target="slides/slide130.xml"/><Relationship Id="rId132" Type="http://schemas.openxmlformats.org/officeDocument/2006/relationships/slide" Target="slides/slide125.xml"/><Relationship Id="rId131" Type="http://schemas.openxmlformats.org/officeDocument/2006/relationships/slide" Target="slides/slide124.xml"/><Relationship Id="rId130" Type="http://schemas.openxmlformats.org/officeDocument/2006/relationships/slide" Target="slides/slide123.xml"/><Relationship Id="rId136" Type="http://schemas.openxmlformats.org/officeDocument/2006/relationships/slide" Target="slides/slide129.xml"/><Relationship Id="rId135" Type="http://schemas.openxmlformats.org/officeDocument/2006/relationships/slide" Target="slides/slide128.xml"/><Relationship Id="rId134" Type="http://schemas.openxmlformats.org/officeDocument/2006/relationships/slide" Target="slides/slide127.xml"/><Relationship Id="rId133" Type="http://schemas.openxmlformats.org/officeDocument/2006/relationships/slide" Target="slides/slide126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172" Type="http://schemas.openxmlformats.org/officeDocument/2006/relationships/slide" Target="slides/slide165.xml"/><Relationship Id="rId65" Type="http://schemas.openxmlformats.org/officeDocument/2006/relationships/slide" Target="slides/slide58.xml"/><Relationship Id="rId171" Type="http://schemas.openxmlformats.org/officeDocument/2006/relationships/slide" Target="slides/slide164.xml"/><Relationship Id="rId68" Type="http://schemas.openxmlformats.org/officeDocument/2006/relationships/slide" Target="slides/slide61.xml"/><Relationship Id="rId170" Type="http://schemas.openxmlformats.org/officeDocument/2006/relationships/slide" Target="slides/slide163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165" Type="http://schemas.openxmlformats.org/officeDocument/2006/relationships/slide" Target="slides/slide158.xml"/><Relationship Id="rId69" Type="http://schemas.openxmlformats.org/officeDocument/2006/relationships/slide" Target="slides/slide62.xml"/><Relationship Id="rId164" Type="http://schemas.openxmlformats.org/officeDocument/2006/relationships/slide" Target="slides/slide157.xml"/><Relationship Id="rId163" Type="http://schemas.openxmlformats.org/officeDocument/2006/relationships/slide" Target="slides/slide156.xml"/><Relationship Id="rId162" Type="http://schemas.openxmlformats.org/officeDocument/2006/relationships/slide" Target="slides/slide155.xml"/><Relationship Id="rId169" Type="http://schemas.openxmlformats.org/officeDocument/2006/relationships/slide" Target="slides/slide162.xml"/><Relationship Id="rId168" Type="http://schemas.openxmlformats.org/officeDocument/2006/relationships/slide" Target="slides/slide161.xml"/><Relationship Id="rId167" Type="http://schemas.openxmlformats.org/officeDocument/2006/relationships/slide" Target="slides/slide160.xml"/><Relationship Id="rId166" Type="http://schemas.openxmlformats.org/officeDocument/2006/relationships/slide" Target="slides/slide159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161" Type="http://schemas.openxmlformats.org/officeDocument/2006/relationships/slide" Target="slides/slide154.xml"/><Relationship Id="rId54" Type="http://schemas.openxmlformats.org/officeDocument/2006/relationships/slide" Target="slides/slide47.xml"/><Relationship Id="rId160" Type="http://schemas.openxmlformats.org/officeDocument/2006/relationships/slide" Target="slides/slide153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159" Type="http://schemas.openxmlformats.org/officeDocument/2006/relationships/slide" Target="slides/slide152.xml"/><Relationship Id="rId59" Type="http://schemas.openxmlformats.org/officeDocument/2006/relationships/slide" Target="slides/slide52.xml"/><Relationship Id="rId154" Type="http://schemas.openxmlformats.org/officeDocument/2006/relationships/slide" Target="slides/slide147.xml"/><Relationship Id="rId58" Type="http://schemas.openxmlformats.org/officeDocument/2006/relationships/slide" Target="slides/slide51.xml"/><Relationship Id="rId153" Type="http://schemas.openxmlformats.org/officeDocument/2006/relationships/slide" Target="slides/slide146.xml"/><Relationship Id="rId152" Type="http://schemas.openxmlformats.org/officeDocument/2006/relationships/slide" Target="slides/slide145.xml"/><Relationship Id="rId151" Type="http://schemas.openxmlformats.org/officeDocument/2006/relationships/slide" Target="slides/slide144.xml"/><Relationship Id="rId158" Type="http://schemas.openxmlformats.org/officeDocument/2006/relationships/slide" Target="slides/slide151.xml"/><Relationship Id="rId157" Type="http://schemas.openxmlformats.org/officeDocument/2006/relationships/slide" Target="slides/slide150.xml"/><Relationship Id="rId156" Type="http://schemas.openxmlformats.org/officeDocument/2006/relationships/slide" Target="slides/slide149.xml"/><Relationship Id="rId155" Type="http://schemas.openxmlformats.org/officeDocument/2006/relationships/slide" Target="slides/slide148.xml"/><Relationship Id="rId107" Type="http://schemas.openxmlformats.org/officeDocument/2006/relationships/slide" Target="slides/slide100.xml"/><Relationship Id="rId106" Type="http://schemas.openxmlformats.org/officeDocument/2006/relationships/slide" Target="slides/slide99.xml"/><Relationship Id="rId105" Type="http://schemas.openxmlformats.org/officeDocument/2006/relationships/slide" Target="slides/slide98.xml"/><Relationship Id="rId104" Type="http://schemas.openxmlformats.org/officeDocument/2006/relationships/slide" Target="slides/slide97.xml"/><Relationship Id="rId109" Type="http://schemas.openxmlformats.org/officeDocument/2006/relationships/slide" Target="slides/slide102.xml"/><Relationship Id="rId108" Type="http://schemas.openxmlformats.org/officeDocument/2006/relationships/slide" Target="slides/slide101.xml"/><Relationship Id="rId103" Type="http://schemas.openxmlformats.org/officeDocument/2006/relationships/slide" Target="slides/slide96.xml"/><Relationship Id="rId102" Type="http://schemas.openxmlformats.org/officeDocument/2006/relationships/slide" Target="slides/slide95.xml"/><Relationship Id="rId101" Type="http://schemas.openxmlformats.org/officeDocument/2006/relationships/slide" Target="slides/slide94.xml"/><Relationship Id="rId100" Type="http://schemas.openxmlformats.org/officeDocument/2006/relationships/slide" Target="slides/slide93.xml"/><Relationship Id="rId129" Type="http://schemas.openxmlformats.org/officeDocument/2006/relationships/slide" Target="slides/slide122.xml"/><Relationship Id="rId128" Type="http://schemas.openxmlformats.org/officeDocument/2006/relationships/slide" Target="slides/slide121.xml"/><Relationship Id="rId127" Type="http://schemas.openxmlformats.org/officeDocument/2006/relationships/slide" Target="slides/slide120.xml"/><Relationship Id="rId126" Type="http://schemas.openxmlformats.org/officeDocument/2006/relationships/slide" Target="slides/slide119.xml"/><Relationship Id="rId121" Type="http://schemas.openxmlformats.org/officeDocument/2006/relationships/slide" Target="slides/slide114.xml"/><Relationship Id="rId120" Type="http://schemas.openxmlformats.org/officeDocument/2006/relationships/slide" Target="slides/slide113.xml"/><Relationship Id="rId125" Type="http://schemas.openxmlformats.org/officeDocument/2006/relationships/slide" Target="slides/slide118.xml"/><Relationship Id="rId124" Type="http://schemas.openxmlformats.org/officeDocument/2006/relationships/slide" Target="slides/slide117.xml"/><Relationship Id="rId123" Type="http://schemas.openxmlformats.org/officeDocument/2006/relationships/slide" Target="slides/slide116.xml"/><Relationship Id="rId122" Type="http://schemas.openxmlformats.org/officeDocument/2006/relationships/slide" Target="slides/slide115.xml"/><Relationship Id="rId95" Type="http://schemas.openxmlformats.org/officeDocument/2006/relationships/slide" Target="slides/slide88.xml"/><Relationship Id="rId94" Type="http://schemas.openxmlformats.org/officeDocument/2006/relationships/slide" Target="slides/slide87.xml"/><Relationship Id="rId97" Type="http://schemas.openxmlformats.org/officeDocument/2006/relationships/slide" Target="slides/slide90.xml"/><Relationship Id="rId96" Type="http://schemas.openxmlformats.org/officeDocument/2006/relationships/slide" Target="slides/slide89.xml"/><Relationship Id="rId99" Type="http://schemas.openxmlformats.org/officeDocument/2006/relationships/slide" Target="slides/slide92.xml"/><Relationship Id="rId98" Type="http://schemas.openxmlformats.org/officeDocument/2006/relationships/slide" Target="slides/slide91.xml"/><Relationship Id="rId91" Type="http://schemas.openxmlformats.org/officeDocument/2006/relationships/slide" Target="slides/slide84.xml"/><Relationship Id="rId90" Type="http://schemas.openxmlformats.org/officeDocument/2006/relationships/slide" Target="slides/slide83.xml"/><Relationship Id="rId93" Type="http://schemas.openxmlformats.org/officeDocument/2006/relationships/slide" Target="slides/slide86.xml"/><Relationship Id="rId92" Type="http://schemas.openxmlformats.org/officeDocument/2006/relationships/slide" Target="slides/slide85.xml"/><Relationship Id="rId118" Type="http://schemas.openxmlformats.org/officeDocument/2006/relationships/slide" Target="slides/slide111.xml"/><Relationship Id="rId117" Type="http://schemas.openxmlformats.org/officeDocument/2006/relationships/slide" Target="slides/slide110.xml"/><Relationship Id="rId116" Type="http://schemas.openxmlformats.org/officeDocument/2006/relationships/slide" Target="slides/slide109.xml"/><Relationship Id="rId115" Type="http://schemas.openxmlformats.org/officeDocument/2006/relationships/slide" Target="slides/slide108.xml"/><Relationship Id="rId119" Type="http://schemas.openxmlformats.org/officeDocument/2006/relationships/slide" Target="slides/slide112.xml"/><Relationship Id="rId110" Type="http://schemas.openxmlformats.org/officeDocument/2006/relationships/slide" Target="slides/slide103.xml"/><Relationship Id="rId114" Type="http://schemas.openxmlformats.org/officeDocument/2006/relationships/slide" Target="slides/slide107.xml"/><Relationship Id="rId113" Type="http://schemas.openxmlformats.org/officeDocument/2006/relationships/slide" Target="slides/slide106.xml"/><Relationship Id="rId112" Type="http://schemas.openxmlformats.org/officeDocument/2006/relationships/slide" Target="slides/slide105.xml"/><Relationship Id="rId111" Type="http://schemas.openxmlformats.org/officeDocument/2006/relationships/slide" Target="slides/slide104.xml"/><Relationship Id="rId206" Type="http://schemas.openxmlformats.org/officeDocument/2006/relationships/slide" Target="slides/slide199.xml"/><Relationship Id="rId205" Type="http://schemas.openxmlformats.org/officeDocument/2006/relationships/slide" Target="slides/slide198.xml"/><Relationship Id="rId204" Type="http://schemas.openxmlformats.org/officeDocument/2006/relationships/slide" Target="slides/slide197.xml"/><Relationship Id="rId203" Type="http://schemas.openxmlformats.org/officeDocument/2006/relationships/slide" Target="slides/slide196.xml"/><Relationship Id="rId207" Type="http://schemas.openxmlformats.org/officeDocument/2006/relationships/slide" Target="slides/slide200.xml"/><Relationship Id="rId202" Type="http://schemas.openxmlformats.org/officeDocument/2006/relationships/slide" Target="slides/slide195.xml"/><Relationship Id="rId201" Type="http://schemas.openxmlformats.org/officeDocument/2006/relationships/slide" Target="slides/slide194.xml"/><Relationship Id="rId200" Type="http://schemas.openxmlformats.org/officeDocument/2006/relationships/slide" Target="slides/slide19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ItAG3s6KIEI" TargetMode="Externa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mojipedia.org/apple/ios-17.4/jack-o-lantern" TargetMode="Externa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pps.apple.com/us/app/contacts/id1069512615#?platform=iphone" TargetMode="Externa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nintendo.fandom.com/wiki/Nintendo_characters#Mario_series_(including_sub-franchises)" TargetMode="Externa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5d419bd3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5d419bd3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Reload codespace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Update settings.json.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Uncheck VS Code tabs except for Terminal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Hide Activity Bar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Hide Explorer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Remove comments from any pre-made code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d419bd39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5d419bd39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5d419bd39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5d419bd39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5d419bd39f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5d419bd39f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may seem arcane but lots of data structures in world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5d833f1ce6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5d833f1ce6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5d419bd39f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5d419bd39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waiting in line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- 3 volunteers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5d419bd39f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5d419bd39f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5d419bd39f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5d419bd39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5d833f1ce6_8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5d833f1ce6_8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5d419bd39f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5d419bd39f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stack of sweaters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Gmail inbox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- 3 volunteers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5d419bd39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5d419bd39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5d419bd39f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5d419bd39f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5d833f1ce6_8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5d833f1ce6_8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5d419bd39f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5d419bd39f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https://www.youtube.com/watch?v=ItAG3s6KIEI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Prof. Shannon Duvall of Elon University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4393d7a9a9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4393d7a9a9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62f05f0593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62f05f0593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62f05f0593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62f05f0593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62f05f0593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62f05f0593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62f05f0593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62f05f0593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53a78cba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53a78cba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62f05f0593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62f05f0593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62f05f0593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62f05f0593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62f05f0593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62f05f0593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62f05f0593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62f05f0593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53a78cbad9_0_1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53a78cbad9_0_1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53a78cbad9_0_1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53a78cbad9_0_1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list{0,1,2}.c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62f5dbb06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62f5dbb06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62f5dbb06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62f5dbb06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62fb2649b2_8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62fb2649b2_8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62f05f0593_0_58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62f05f0593_0_58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62f05f0593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62f05f0593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5d419bd39f_0_10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5d419bd39f_0_10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5d419bd39f_0_10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15d419bd39f_0_10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5d419bd39f_0_10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5d419bd39f_0_10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62f05f0593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62f05f0593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5d419bd39f_0_10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15d419bd39f_0_10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5d419bd39f_0_1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15d419bd39f_0_1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5d419bd39f_0_10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5d419bd39f_0_10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5d419bd39f_0_10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15d419bd39f_0_10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5d419bd39f_0_1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5d419bd39f_0_1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5d419bd39f_0_10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5d419bd39f_0_10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62f05f0593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62f05f0593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5d833f1ce6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5d833f1ce6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62f05f0593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62f05f0593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62fb2649b2_6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62fb2649b2_6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62f05f0593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62f05f0593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62f05f0593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62f05f0593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62f05f0593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62f05f0593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62f05f0593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62f05f0593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list3.c (to show prepending)</a:t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53a78cbad9_0_8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53a78cbad9_0_8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5d419bd39f_0_1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15d419bd39f_0_1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15d419bd39f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15d419bd39f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5d419bd39f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5d419bd39f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53a78cbad9_0_8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53a78cbad9_0_8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5d419bd39f_0_7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5d419bd39f_0_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5d419bd39f_0_8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15d419bd39f_0_8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15d419bd39f_0_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15d419bd39f_0_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15d419bd39f_0_8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15d419bd39f_0_8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15d419bd39f_0_1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15d419bd39f_0_1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15d419bd39f_0_9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15d419bd39f_0_9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15d419bd39f_0_16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15d419bd39f_0_1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15d419bd39f_0_9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15d419bd39f_0_9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15d419bd39f_0_9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15d419bd39f_0_9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15d419bd39f_0_1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15d419bd39f_0_1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5d419bd39f_0_1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5d419bd39f_0_1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15d419bd39f_0_1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15d419bd39f_0_1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15d419bd39f_0_1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15d419bd39f_0_1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15d419bd39f_0_1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15d419bd39f_0_1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15d419bd39f_0_1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15d419bd39f_0_1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15d419bd39f_0_1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15d419bd39f_0_1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15d419bd39f_0_1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15d419bd39f_0_1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15d419bd39f_0_1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15d419bd39f_0_1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15d419bd39f_0_1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15d419bd39f_0_1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15d419bd39f_0_1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15d419bd39f_0_1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15d419bd39f_0_1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15d419bd39f_0_1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15d419bd39f_0_1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15d419bd39f_0_1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15d419bd39f_0_1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15d419bd39f_0_1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5d419bd39f_0_1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5d419bd39f_0_1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15d419bd39f_0_1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15d419bd39f_0_1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15d419bd39f_0_1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15d419bd39f_0_1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15d419bd39f_0_1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15d419bd39f_0_1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15d419bd39f_0_1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15d419bd39f_0_1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15d419bd39f_0_1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15d419bd39f_0_1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15d419bd39f_0_1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15d419bd39f_0_1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15d419bd39f_0_1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15d419bd39f_0_1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list4.c (to show printing with while loop)</a:t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15d419bd39f_0_1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15d419bd39f_0_1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15d419bd39f_0_1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15d419bd39f_0_1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15d419bd39f_0_16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15d419bd39f_0_16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15d419bd39f_0_1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15d419bd39f_0_1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15d419bd39f_0_17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15d419bd39f_0_17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list5.c (for loop instead)</a:t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15d419bd39f_0_18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15d419bd39f_0_18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15d419bd39f_0_18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15d419bd39f_0_1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15d419bd39f_0_18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15d419bd39f_0_18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15d419bd39f_0_1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15d419bd39f_0_1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15d419bd39f_0_18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15d419bd39f_0_18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308eb15aab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308eb15aab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308eb15aab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308eb15aab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list6.c (freeing, after showing valgrind on list5)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308eb15aab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6" name="Google Shape;1006;g308eb15aab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308eb15aab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1" name="Google Shape;1011;g308eb15aab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15d419bd39f_0_16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15d419bd39f_0_1687:notes"/>
          <p:cNvSpPr txBox="1"/>
          <p:nvPr>
            <p:ph idx="1" type="body"/>
          </p:nvPr>
        </p:nvSpPr>
        <p:spPr>
          <a:xfrm>
            <a:off x="7620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15d419bd39f_0_1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2" name="Google Shape;1022;g15d419bd39f_0_1701:notes"/>
          <p:cNvSpPr txBox="1"/>
          <p:nvPr>
            <p:ph idx="1" type="body"/>
          </p:nvPr>
        </p:nvSpPr>
        <p:spPr>
          <a:xfrm>
            <a:off x="7620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15d419bd39f_0_17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15d419bd39f_0_1715:notes"/>
          <p:cNvSpPr txBox="1"/>
          <p:nvPr>
            <p:ph idx="1" type="body"/>
          </p:nvPr>
        </p:nvSpPr>
        <p:spPr>
          <a:xfrm>
            <a:off x="7620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15d419bd39f_0_17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15d419bd39f_0_1729:notes"/>
          <p:cNvSpPr txBox="1"/>
          <p:nvPr>
            <p:ph idx="1" type="body"/>
          </p:nvPr>
        </p:nvSpPr>
        <p:spPr>
          <a:xfrm>
            <a:off x="7620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308eb15aab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308eb15aab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list7.c (append)</a:t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308eb15aab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308eb15aab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15d419bd39f_0_17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15d419bd39f_0_17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15d419bd39f_0_18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4" name="Google Shape;1074;g15d419bd39f_0_18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15d419bd39f_0_17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g15d419bd39f_0_17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15d419bd39f_0_17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5" name="Google Shape;1095;g15d419bd39f_0_1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15d419bd39f_0_17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15d419bd39f_0_17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308eb15aab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308eb15aab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list8.c (sorted)</a:t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308eb15aab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308eb15aab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list8.c (sorted)</a:t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28b87620ec5_11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8" name="Google Shape;1138;g28b87620ec5_1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https://emojipedia.org/apple/ios-17.4/jack-o-lantern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62f05f0593_0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62f05f0593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g62f05f0593_0_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8" name="Google Shape;1148;g62f05f0593_0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62f05f0593_0_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3" name="Google Shape;1153;g62f05f0593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62f05f0593_0_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62f05f0593_0_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62f05f0593_0_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62f05f0593_0_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62f05f0593_0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8" name="Google Shape;1168;g62f05f0593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62f05f0593_0_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62f05f0593_0_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62f5dbb06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4" name="Google Shape;1184;g62f5dbb06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square is an abstraction of a node now, no need to keep drawing rects</a:t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62f05f0593_0_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1" name="Google Shape;1201;g62f05f0593_0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g62f05f0593_0_5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6" name="Google Shape;1206;g62f05f0593_0_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62f05f0593_0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1" name="Google Shape;1211;g62f05f0593_0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g62f05f0593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6" name="Google Shape;1216;g62f05f0593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62f5dbb06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1" name="Google Shape;1221;g62f5dbb06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53a78cbad9_0_1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8" name="Google Shape;1238;g53a78cbad9_0_1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53a78cbad9_0_1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3" name="Google Shape;1243;g53a78cbad9_0_1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g53a78cbad9_0_1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8" name="Google Shape;1248;g53a78cbad9_0_1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53a78cbad9_0_1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3" name="Google Shape;1253;g53a78cbad9_0_1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53a78cbad9_0_1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8" name="Google Shape;1258;g53a78cbad9_0_1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53a78cbad9_0_1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3" name="Google Shape;1263;g53a78cbad9_0_1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53a78cbad9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8" name="Google Shape;1268;g53a78cbad9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9b6bd73be5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g9b6bd73be5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we build a BST from scratch, starting with 2?</a:t>
            </a: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15d419bd39f_0_1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9" name="Google Shape;1289;g15d419bd39f_0_1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g15d419bd39f_0_18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g15d419bd39f_0_18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1</a:t>
            </a: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g15d419bd39f_0_18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1" name="Google Shape;1301;g15d419bd39f_0_18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3. looks fine.</a:t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g9b6bd73be5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0" name="Google Shape;1310;g9b6bd73be5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the insertion order is 1-2-3 instead?</a:t>
            </a: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15d419bd39f_0_1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4" name="Google Shape;1314;g15d419bd39f_0_1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15d419bd39f_0_19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g15d419bd39f_0_19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g15d419bd39f_0_19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6" name="Google Shape;1326;g15d419bd39f_0_19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g62f05f0593_0_5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5" name="Google Shape;1335;g62f05f0593_0_5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g15d419bd39f_0_2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0" name="Google Shape;1340;g15d419bd39f_0_2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15d419bd39f_0_2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15d419bd39f_0_2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15d419bd39f_0_2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0" name="Google Shape;1350;g15d419bd39f_0_2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15d419bd39f_0_2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5" name="Google Shape;1355;g15d419bd39f_0_2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g308eb15aab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0" name="Google Shape;1360;g308eb15aab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https://apps.apple.com/us/app/contacts/id1069512615#?platform=iphone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g308eb15aab3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5" name="Google Shape;1365;g308eb15aab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https://nintendo.fandom.com/wiki/Nintendo_characters#Mario_series_(including_sub-franchises)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g308eb15aab3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0" name="Google Shape;1370;g308eb15aab3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g15d419bd39f_0_2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5" name="Google Shape;1375;g15d419bd39f_0_2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g15d419bd39f_0_2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0" name="Google Shape;1380;g15d419bd39f_0_2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g15d419bd39f_0_2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9" name="Google Shape;1389;g15d419bd39f_0_2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g62f05f0593_0_5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0" name="Google Shape;1400;g62f05f0593_0_5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cards into buckets</a:t>
            </a:r>
            <a:endParaRPr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15d419bd39f_0_1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5" name="Google Shape;1405;g15d419bd39f_0_1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g15d419bd39f_0_19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0" name="Google Shape;1410;g15d419bd39f_0_19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g28a630188d0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5" name="Google Shape;1415;g28a630188d0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g28a630188d0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5" name="Google Shape;1445;g28a630188d0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g28a630188d0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6" name="Google Shape;1476;g28a630188d0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g28a630188d0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7" name="Google Shape;1507;g28a630188d0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g28a630188d0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7" name="Google Shape;1537;g28a630188d0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g28a630188d0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0" name="Google Shape;1570;g28a630188d0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g28a630188d0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6" name="Google Shape;1606;g28a630188d0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g28a630188d0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5" name="Google Shape;1645;g28a630188d0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4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g28a630188d0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6" name="Google Shape;1716;g28a630188d0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8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g28a630188d0_0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0" name="Google Shape;1790;g28a630188d0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5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g28a630188d0_0_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7" name="Google Shape;1867;g28a630188d0_0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8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Google Shape;1979;g15e23d64255_195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0" name="Google Shape;1980;g15e23d64255_195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3" name="Shape 1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Google Shape;1984;g308eb15aab3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5" name="Google Shape;1985;g308eb15aab3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8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g15d419bd39f_0_2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0" name="Google Shape;1990;g15d419bd39f_0_2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3" name="Shape 1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Google Shape;1994;g15d833f1ce6_3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5" name="Google Shape;1995;g15d833f1ce6_3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8" name="Shape 1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" name="Google Shape;1999;gf598746acf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0" name="Google Shape;2000;gf598746acf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3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g62f05f0593_0_1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5" name="Google Shape;2005;g62f05f0593_0_1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0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g62f05f0593_0_1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2" name="Google Shape;2012;g62f05f0593_0_1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6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g28a630188d0_0_7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8" name="Google Shape;2018;g28a630188d0_0_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3" name="Shape 2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4" name="Google Shape;2024;g28a630188d0_0_7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5" name="Google Shape;2025;g28a630188d0_0_7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0" name="Shape 2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" name="Google Shape;2031;g28a630188d0_0_7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2" name="Google Shape;2032;g28a630188d0_0_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17,576 buckets</a:t>
            </a:r>
            <a:endParaRPr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0" name="Shape 2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1" name="Google Shape;2071;g15d419bd39f_0_2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2" name="Google Shape;2072;g15d419bd39f_0_2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5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g28b74819b0e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7" name="Google Shape;2077;g28b74819b0e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0" name="Shape 2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1" name="Google Shape;2081;g28b74819b0e_6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2" name="Google Shape;2082;g28b74819b0e_6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5" name="Shape 2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6" name="Google Shape;2086;g15d419bd39f_0_2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7" name="Google Shape;2087;g15d419bd39f_0_2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0" name="Shape 2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" name="Google Shape;2091;g15d419bd39f_0_2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2" name="Google Shape;2092;g15d419bd39f_0_2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5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6" name="Google Shape;2096;g15d419bd39f_0_2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7" name="Google Shape;2097;g15d419bd39f_0_2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0" name="Shape 2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1" name="Google Shape;2101;g15d419bd39f_0_2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2" name="Google Shape;2102;g15d419bd39f_0_2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5" name="Shape 2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6" name="Google Shape;2106;g62f05f0593_0_5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7" name="Google Shape;2107;g62f05f0593_0_5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0" name="Shape 2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1" name="Google Shape;2111;g28b3ae6755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2" name="Google Shape;2112;g28b3ae6755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5" name="Shape 2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6" name="Google Shape;2116;g28b3ae6755a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7" name="Google Shape;2117;g28b3ae6755a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0" name="Shape 2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1" name="Google Shape;2121;g28b3ae6755a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2" name="Google Shape;2122;g28b3ae6755a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5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g28b3ae6755a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7" name="Google Shape;2127;g28b3ae6755a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0" name="Shape 2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g28b3ae6755a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2" name="Google Shape;2132;g28b3ae6755a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5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6" name="Google Shape;2136;g28b3ae6755a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7" name="Google Shape;2137;g28b3ae6755a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0" name="Shape 2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1" name="Google Shape;2141;g28b3ae6755a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2" name="Google Shape;2142;g28b3ae6755a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5" name="Shape 2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6" name="Google Shape;2146;g28b3ae6755a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7" name="Google Shape;2147;g28b3ae6755a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0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g28b3ae6755a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2" name="Google Shape;2152;g28b3ae6755a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5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6" name="Google Shape;2156;g28b3ae6755a_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7" name="Google Shape;2157;g28b3ae6755a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0" name="Shape 2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1" name="Google Shape;2161;g28b3c9fbe28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2" name="Google Shape;2162;g28b3c9fbe2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5" name="Shape 2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6" name="Google Shape;2166;gf598746acf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7" name="Google Shape;2167;gf598746acf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don't need to bother storin</a:t>
            </a:r>
            <a:r>
              <a:rPr lang="en"/>
              <a:t>g name, since implicit in trie</a:t>
            </a:r>
            <a:endParaRPr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0" name="Shape 2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1" name="Google Shape;2171;gf598746acf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2" name="Google Shape;2172;gf598746acf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5" name="Shape 2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6" name="Google Shape;2176;g62f5dbb067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7" name="Google Shape;2177;g62f5dbb067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0" name="Shape 2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" name="Google Shape;2181;g15d419bd39f_0_2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2" name="Google Shape;2182;g15d419bd39f_0_2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5" name="Shape 2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6" name="Google Shape;2186;g15d419bd39f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7" name="Google Shape;2187;g15d419bd39f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rgbClr val="000000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2"/>
                </a:solidFill>
              </a:defRPr>
            </a:lvl1pPr>
            <a:lvl2pPr lvl="1" rtl="0" algn="r">
              <a:buNone/>
              <a:defRPr sz="1000">
                <a:solidFill>
                  <a:schemeClr val="lt2"/>
                </a:solidFill>
              </a:defRPr>
            </a:lvl2pPr>
            <a:lvl3pPr lvl="2" rtl="0" algn="r">
              <a:buNone/>
              <a:defRPr sz="1000">
                <a:solidFill>
                  <a:schemeClr val="lt2"/>
                </a:solidFill>
              </a:defRPr>
            </a:lvl3pPr>
            <a:lvl4pPr lvl="3" rtl="0" algn="r">
              <a:buNone/>
              <a:defRPr sz="1000">
                <a:solidFill>
                  <a:schemeClr val="lt2"/>
                </a:solidFill>
              </a:defRPr>
            </a:lvl4pPr>
            <a:lvl5pPr lvl="4" rtl="0" algn="r">
              <a:buNone/>
              <a:defRPr sz="1000">
                <a:solidFill>
                  <a:schemeClr val="lt2"/>
                </a:solidFill>
              </a:defRPr>
            </a:lvl5pPr>
            <a:lvl6pPr lvl="5" rtl="0" algn="r">
              <a:buNone/>
              <a:defRPr sz="1000">
                <a:solidFill>
                  <a:schemeClr val="lt2"/>
                </a:solidFill>
              </a:defRPr>
            </a:lvl6pPr>
            <a:lvl7pPr lvl="6" rtl="0" algn="r">
              <a:buNone/>
              <a:defRPr sz="1000">
                <a:solidFill>
                  <a:schemeClr val="lt2"/>
                </a:solidFill>
              </a:defRPr>
            </a:lvl7pPr>
            <a:lvl8pPr lvl="7" rtl="0" algn="r">
              <a:buNone/>
              <a:defRPr sz="1000">
                <a:solidFill>
                  <a:schemeClr val="lt2"/>
                </a:solidFill>
              </a:defRPr>
            </a:lvl8pPr>
            <a:lvl9pPr lvl="8" rtl="0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s50.ly/lunch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www.youtube.com/watch?v=2wM6_PuBIxY" TargetMode="External"/><Relationship Id="rId4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3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3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3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3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4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7.png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8.xml"/><Relationship Id="rId3" Type="http://schemas.openxmlformats.org/officeDocument/2006/relationships/image" Target="../media/image6.png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5.png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20.png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2.xml"/><Relationship Id="rId3" Type="http://schemas.openxmlformats.org/officeDocument/2006/relationships/image" Target="../media/image20.png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9.jpg"/></Relationships>
</file>

<file path=ppt/slides/_rels/slide1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16.jpg"/></Relationships>
</file>

<file path=ppt/slides/_rels/slide1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18.jpg"/></Relationships>
</file>

<file path=ppt/slides/_rels/slide1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8.xml"/><Relationship Id="rId3" Type="http://schemas.openxmlformats.org/officeDocument/2006/relationships/image" Target="../media/image17.jpg"/></Relationships>
</file>

<file path=ppt/slides/_rels/slide1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15.jpg"/></Relationships>
</file>

<file path=ppt/slides/_rels/slide1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8.jpg"/></Relationships>
</file>

<file path=ppt/slides/_rels/slide1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10.jpg"/></Relationships>
</file>

<file path=ppt/slides/_rels/slide1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12.jpg"/></Relationships>
</file>

<file path=ppt/slides/_rels/slide1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13.jpg"/></Relationships>
</file>

<file path=ppt/slides/_rels/slide1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19.jpg"/></Relationships>
</file>

<file path=ppt/slides/_rels/slide1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14.jpg"/></Relationships>
</file>

<file path=ppt/slides/_rels/slide1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11.png"/></Relationships>
</file>

<file path=ppt/slides/_rels/slide2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Early Halloween candy</a:t>
            </a:r>
            <a:r>
              <a:rPr lang="en" sz="1700">
                <a:solidFill>
                  <a:schemeClr val="dk1"/>
                </a:solidFill>
              </a:rPr>
              <a:t> for snacks! </a:t>
            </a:r>
            <a:r>
              <a:rPr lang="en" sz="1700">
                <a:solidFill>
                  <a:schemeClr val="dk1"/>
                </a:solidFill>
              </a:rPr>
              <a:t>🎃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If you'd like to attend </a:t>
            </a:r>
            <a:r>
              <a:rPr lang="en" sz="1700">
                <a:solidFill>
                  <a:srgbClr val="FFFF00"/>
                </a:solidFill>
              </a:rPr>
              <a:t>CS50 Lunch</a:t>
            </a:r>
            <a:r>
              <a:rPr lang="en" sz="1700">
                <a:solidFill>
                  <a:schemeClr val="dk1"/>
                </a:solidFill>
              </a:rPr>
              <a:t> this Fri 10/11 at 1:15pm, RSVP at </a:t>
            </a:r>
            <a:r>
              <a:rPr lang="en" sz="1700">
                <a:solidFill>
                  <a:srgbClr val="FFFF00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cs50.ly/lunch</a:t>
            </a:r>
            <a:r>
              <a:rPr lang="en" sz="1700">
                <a:solidFill>
                  <a:schemeClr val="dk1"/>
                </a:solidFill>
              </a:rPr>
              <a:t>!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We'll be joined by alumni from Xfund.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Do </a:t>
            </a:r>
            <a:r>
              <a:rPr lang="en" sz="1700">
                <a:solidFill>
                  <a:srgbClr val="FFFF00"/>
                </a:solidFill>
              </a:rPr>
              <a:t>say hi or ask questions</a:t>
            </a:r>
            <a:r>
              <a:rPr lang="en" sz="1700">
                <a:solidFill>
                  <a:schemeClr val="dk1"/>
                </a:solidFill>
              </a:rPr>
              <a:t> (or ask for stress ball 🔴) during break or after class!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What do today's binary bulbs spell?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i="1" sz="1700">
              <a:solidFill>
                <a:schemeClr val="dk1"/>
              </a:solidFill>
            </a:endParaRPr>
          </a:p>
        </p:txBody>
      </p:sp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CS50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 data types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FIFO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enqueue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dequeue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const int CAPACITY = 50;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person people[CAPACITY];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size;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queue;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LIFO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push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pop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const int CAPACITY = 50;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person people[CAPACITY];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size;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stack;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dapted from https://youtu.be/zmrdfd0eRYQ." id="165" name="Google Shape;165;p38" title="Jack Learns the Facts About Queues and Stacks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85725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" name="Google Shape;175;p40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0" name="Google Shape;180;p41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5" name="Google Shape;185;p42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" name="Google Shape;190;p43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5" name="Google Shape;195;p44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96" name="Google Shape;19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0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5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94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3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099" y="1272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5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94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3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0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5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94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3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4" name="Google Shape;224;p45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25" name="Google Shape;22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3" name="Google Shape;233;p46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34" name="Google Shape;23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1" name="Google Shape;241;p47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42" name="Google Shape;24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8" name="Google Shape;248;p48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49" name="Google Shape;24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4" name="Google Shape;254;p49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9" name="Google Shape;259;p50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linked lists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4" name="Google Shape;284;p55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9" name="Google Shape;289;p56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4" name="Google Shape;294;p57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9" name="Google Shape;299;p58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4" name="Google Shape;304;p59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9" name="Google Shape;309;p60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b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4" name="Google Shape;314;p61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b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b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9" name="Google Shape;319;p62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b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b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0x0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b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4" name="Google Shape;324;p63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b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b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NULL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b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9" name="Google Shape;329;p64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b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b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b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NULL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b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4" name="Google Shape;334;p65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b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b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b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b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35" name="Google Shape;335;p65"/>
          <p:cNvCxnSpPr/>
          <p:nvPr/>
        </p:nvCxnSpPr>
        <p:spPr>
          <a:xfrm flipH="1" rot="10800000">
            <a:off x="2933700" y="1181025"/>
            <a:ext cx="1562100" cy="5049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FF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" name="Google Shape;336;p65"/>
          <p:cNvCxnSpPr/>
          <p:nvPr/>
        </p:nvCxnSpPr>
        <p:spPr>
          <a:xfrm flipH="1" rot="10800000">
            <a:off x="5229225" y="2319300"/>
            <a:ext cx="1562100" cy="5049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FF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7" name="Google Shape;337;p65"/>
          <p:cNvCxnSpPr/>
          <p:nvPr/>
        </p:nvCxnSpPr>
        <p:spPr>
          <a:xfrm rot="-5400000">
            <a:off x="-20600" y="661350"/>
            <a:ext cx="2790000" cy="1659900"/>
          </a:xfrm>
          <a:prstGeom prst="curvedConnector3">
            <a:avLst>
              <a:gd fmla="val 88341" name="adj1"/>
            </a:avLst>
          </a:prstGeom>
          <a:noFill/>
          <a:ln cap="flat" cmpd="sng" w="38100">
            <a:solidFill>
              <a:srgbClr val="FFFF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string name;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string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person;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char *name;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char *number;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person;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person;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7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node *next;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7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 node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node *next;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 node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struct node *next;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74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75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*list;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76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76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94" name="Google Shape;394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325" y="2241741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76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*list;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77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77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02" name="Google Shape;402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325" y="2241741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77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*list = NULL;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78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78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0" name="Google Shape;410;p78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*list = NULL;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79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79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7" name="Google Shape;417;p79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*n = malloc(sizeof(node));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80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80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4" name="Google Shape;424;p80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*n = malloc(sizeof(node));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5" name="Google Shape;425;p80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80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27" name="Google Shape;427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325" y="4227265"/>
            <a:ext cx="337825" cy="727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81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81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4" name="Google Shape;434;p81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5" name="Google Shape;435;p81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81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*n = malloc(sizeof(node));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37" name="Google Shape;437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12" y="3193790"/>
            <a:ext cx="337825" cy="72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25" y="3997177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81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81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41" name="Google Shape;441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325" y="4227265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81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3" name="Google Shape;443;p81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82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82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0" name="Google Shape;450;p82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1" name="Google Shape;451;p82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82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*n = malloc(sizeof(node));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53" name="Google Shape;45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12" y="3193790"/>
            <a:ext cx="337825" cy="72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25" y="3997177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82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82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7" name="Google Shape;457;p82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8" name="Google Shape;458;p82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59" name="Google Shape;459;p82"/>
          <p:cNvCxnSpPr/>
          <p:nvPr/>
        </p:nvCxnSpPr>
        <p:spPr>
          <a:xfrm flipH="1" rot="10800000">
            <a:off x="1350863" y="3557475"/>
            <a:ext cx="3051000" cy="995400"/>
          </a:xfrm>
          <a:prstGeom prst="curvedConnector3">
            <a:avLst>
              <a:gd fmla="val 78425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83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83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6" name="Google Shape;466;p83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7" name="Google Shape;467;p83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83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(*n).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number = 1;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69" name="Google Shape;469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12" y="3193790"/>
            <a:ext cx="337825" cy="72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25" y="3997177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83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83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3" name="Google Shape;473;p83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4" name="Google Shape;474;p83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75" name="Google Shape;475;p83"/>
          <p:cNvCxnSpPr/>
          <p:nvPr/>
        </p:nvCxnSpPr>
        <p:spPr>
          <a:xfrm flipH="1" rot="10800000">
            <a:off x="1350863" y="3557475"/>
            <a:ext cx="3051000" cy="995400"/>
          </a:xfrm>
          <a:prstGeom prst="curvedConnector3">
            <a:avLst>
              <a:gd fmla="val 78425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4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84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2" name="Google Shape;482;p84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3" name="Google Shape;483;p84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84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(*n).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number = 1;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85" name="Google Shape;485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25" y="3997177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84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84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8" name="Google Shape;488;p84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9" name="Google Shape;489;p84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90" name="Google Shape;490;p84"/>
          <p:cNvCxnSpPr/>
          <p:nvPr/>
        </p:nvCxnSpPr>
        <p:spPr>
          <a:xfrm flipH="1" rot="10800000">
            <a:off x="1350863" y="3557475"/>
            <a:ext cx="3051000" cy="995400"/>
          </a:xfrm>
          <a:prstGeom prst="curvedConnector3">
            <a:avLst>
              <a:gd fmla="val 78425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85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85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7" name="Google Shape;497;p85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8" name="Google Shape;498;p85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85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number = 1;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00" name="Google Shape;500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25" y="3997177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85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85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3" name="Google Shape;503;p85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4" name="Google Shape;504;p85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05" name="Google Shape;505;p85"/>
          <p:cNvCxnSpPr/>
          <p:nvPr/>
        </p:nvCxnSpPr>
        <p:spPr>
          <a:xfrm flipH="1" rot="10800000">
            <a:off x="1350863" y="3557475"/>
            <a:ext cx="3051000" cy="995400"/>
          </a:xfrm>
          <a:prstGeom prst="curvedConnector3">
            <a:avLst>
              <a:gd fmla="val 78425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86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86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2" name="Google Shape;512;p86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3" name="Google Shape;513;p86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86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n-&gt;next = NULL;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15" name="Google Shape;515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25" y="3997177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86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86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8" name="Google Shape;518;p86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9" name="Google Shape;519;p86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20" name="Google Shape;520;p86"/>
          <p:cNvCxnSpPr/>
          <p:nvPr/>
        </p:nvCxnSpPr>
        <p:spPr>
          <a:xfrm flipH="1" rot="10800000">
            <a:off x="1350863" y="3557475"/>
            <a:ext cx="3051000" cy="995400"/>
          </a:xfrm>
          <a:prstGeom prst="curvedConnector3">
            <a:avLst>
              <a:gd fmla="val 78425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87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87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7" name="Google Shape;527;p87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8" name="Google Shape;528;p87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87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n-&gt;next = NULL;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0" name="Google Shape;530;p87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87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2" name="Google Shape;532;p87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3" name="Google Shape;533;p87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34" name="Google Shape;534;p87"/>
          <p:cNvCxnSpPr/>
          <p:nvPr/>
        </p:nvCxnSpPr>
        <p:spPr>
          <a:xfrm flipH="1" rot="10800000">
            <a:off x="1350863" y="3557475"/>
            <a:ext cx="3051000" cy="995400"/>
          </a:xfrm>
          <a:prstGeom prst="curvedConnector3">
            <a:avLst>
              <a:gd fmla="val 78425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88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88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1" name="Google Shape;541;p88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2" name="Google Shape;542;p88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88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list = n;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4" name="Google Shape;544;p88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88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6" name="Google Shape;546;p88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7" name="Google Shape;547;p88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48" name="Google Shape;548;p88"/>
          <p:cNvCxnSpPr/>
          <p:nvPr/>
        </p:nvCxnSpPr>
        <p:spPr>
          <a:xfrm flipH="1" rot="10800000">
            <a:off x="1350863" y="3557475"/>
            <a:ext cx="3051000" cy="995400"/>
          </a:xfrm>
          <a:prstGeom prst="curvedConnector3">
            <a:avLst>
              <a:gd fmla="val 78425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89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89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5" name="Google Shape;555;p89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6" name="Google Shape;556;p89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89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list = n;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8" name="Google Shape;558;p89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89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0" name="Google Shape;560;p89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1" name="Google Shape;561;p89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62" name="Google Shape;562;p89"/>
          <p:cNvCxnSpPr>
            <a:endCxn id="555" idx="1"/>
          </p:cNvCxnSpPr>
          <p:nvPr/>
        </p:nvCxnSpPr>
        <p:spPr>
          <a:xfrm flipH="1" rot="10800000">
            <a:off x="1350863" y="3557475"/>
            <a:ext cx="3051000" cy="995400"/>
          </a:xfrm>
          <a:prstGeom prst="curvedConnector3">
            <a:avLst>
              <a:gd fmla="val 78425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3" name="Google Shape;563;p89"/>
          <p:cNvSpPr/>
          <p:nvPr/>
        </p:nvSpPr>
        <p:spPr>
          <a:xfrm>
            <a:off x="1350750" y="2571750"/>
            <a:ext cx="3050955" cy="1146821"/>
          </a:xfrm>
          <a:custGeom>
            <a:rect b="b" l="l" r="r" t="t"/>
            <a:pathLst>
              <a:path extrusionOk="0" h="45631" w="119493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90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90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0" name="Google Shape;570;p90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1" name="Google Shape;571;p90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90"/>
          <p:cNvSpPr/>
          <p:nvPr/>
        </p:nvSpPr>
        <p:spPr>
          <a:xfrm>
            <a:off x="1350750" y="2571750"/>
            <a:ext cx="3050955" cy="1146821"/>
          </a:xfrm>
          <a:custGeom>
            <a:rect b="b" l="l" r="r" t="t"/>
            <a:pathLst>
              <a:path extrusionOk="0" h="45631" w="119493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573" name="Google Shape;573;p90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91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91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0" name="Google Shape;580;p91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1" name="Google Shape;581;p91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91"/>
          <p:cNvSpPr/>
          <p:nvPr/>
        </p:nvSpPr>
        <p:spPr>
          <a:xfrm>
            <a:off x="1350750" y="2571750"/>
            <a:ext cx="3050955" cy="1146821"/>
          </a:xfrm>
          <a:custGeom>
            <a:rect b="b" l="l" r="r" t="t"/>
            <a:pathLst>
              <a:path extrusionOk="0" h="45631" w="119493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583" name="Google Shape;583;p91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*n = malloc(sizeof(node));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92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92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0" name="Google Shape;590;p92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1" name="Google Shape;591;p92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92"/>
          <p:cNvSpPr/>
          <p:nvPr/>
        </p:nvSpPr>
        <p:spPr>
          <a:xfrm>
            <a:off x="1350750" y="2571750"/>
            <a:ext cx="3050955" cy="1146821"/>
          </a:xfrm>
          <a:custGeom>
            <a:rect b="b" l="l" r="r" t="t"/>
            <a:pathLst>
              <a:path extrusionOk="0" h="45631" w="119493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593" name="Google Shape;593;p92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*n = malloc(sizeof(node));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4" name="Google Shape;594;p92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92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96" name="Google Shape;596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312" y="4189265"/>
            <a:ext cx="337825" cy="727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93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93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3" name="Google Shape;603;p93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4" name="Google Shape;604;p93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93"/>
          <p:cNvSpPr/>
          <p:nvPr/>
        </p:nvSpPr>
        <p:spPr>
          <a:xfrm>
            <a:off x="1350750" y="2571750"/>
            <a:ext cx="3050955" cy="1146821"/>
          </a:xfrm>
          <a:custGeom>
            <a:rect b="b" l="l" r="r" t="t"/>
            <a:pathLst>
              <a:path extrusionOk="0" h="45631" w="119493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606" name="Google Shape;606;p93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*n = malloc(sizeof(node));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7" name="Google Shape;607;p93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8" name="Google Shape;608;p93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93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93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11" name="Google Shape;611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50" y="1806352"/>
            <a:ext cx="337825" cy="72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62" y="2609752"/>
            <a:ext cx="337825" cy="72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312" y="4189265"/>
            <a:ext cx="337825" cy="727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94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94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0" name="Google Shape;620;p94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1" name="Google Shape;621;p94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94"/>
          <p:cNvSpPr/>
          <p:nvPr/>
        </p:nvSpPr>
        <p:spPr>
          <a:xfrm>
            <a:off x="1350750" y="2571750"/>
            <a:ext cx="3050955" cy="1146821"/>
          </a:xfrm>
          <a:custGeom>
            <a:rect b="b" l="l" r="r" t="t"/>
            <a:pathLst>
              <a:path extrusionOk="0" h="45631" w="119493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623" name="Google Shape;623;p94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*n = malloc(sizeof(node));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4" name="Google Shape;624;p94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5" name="Google Shape;625;p94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94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94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28" name="Google Shape;628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50" y="1806352"/>
            <a:ext cx="337825" cy="72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62" y="2609752"/>
            <a:ext cx="337825" cy="7273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0" name="Google Shape;630;p94"/>
          <p:cNvCxnSpPr>
            <a:stCxn id="626" idx="3"/>
            <a:endCxn id="624" idx="1"/>
          </p:cNvCxnSpPr>
          <p:nvPr/>
        </p:nvCxnSpPr>
        <p:spPr>
          <a:xfrm flipH="1" rot="10800000">
            <a:off x="1350875" y="2170050"/>
            <a:ext cx="1423200" cy="23829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95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95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37" name="Google Shape;637;p95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38" name="Google Shape;638;p95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95"/>
          <p:cNvSpPr/>
          <p:nvPr/>
        </p:nvSpPr>
        <p:spPr>
          <a:xfrm>
            <a:off x="1350750" y="2571750"/>
            <a:ext cx="3050955" cy="1146821"/>
          </a:xfrm>
          <a:custGeom>
            <a:rect b="b" l="l" r="r" t="t"/>
            <a:pathLst>
              <a:path extrusionOk="0" h="45631" w="119493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640" name="Google Shape;640;p95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n-&gt;number = 2;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1" name="Google Shape;641;p95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2" name="Google Shape;642;p95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95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95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45" name="Google Shape;645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50" y="1806352"/>
            <a:ext cx="337825" cy="72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62" y="2609752"/>
            <a:ext cx="337825" cy="7273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7" name="Google Shape;647;p95"/>
          <p:cNvCxnSpPr>
            <a:stCxn id="643" idx="3"/>
            <a:endCxn id="641" idx="1"/>
          </p:cNvCxnSpPr>
          <p:nvPr/>
        </p:nvCxnSpPr>
        <p:spPr>
          <a:xfrm flipH="1" rot="10800000">
            <a:off x="1350875" y="2170050"/>
            <a:ext cx="1423200" cy="23829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96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96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4" name="Google Shape;654;p96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5" name="Google Shape;655;p96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96"/>
          <p:cNvSpPr/>
          <p:nvPr/>
        </p:nvSpPr>
        <p:spPr>
          <a:xfrm>
            <a:off x="1350750" y="2571750"/>
            <a:ext cx="3050955" cy="1146821"/>
          </a:xfrm>
          <a:custGeom>
            <a:rect b="b" l="l" r="r" t="t"/>
            <a:pathLst>
              <a:path extrusionOk="0" h="45631" w="119493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657" name="Google Shape;657;p96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n-&gt;number = 2;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8" name="Google Shape;658;p96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9" name="Google Shape;659;p96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96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96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62" name="Google Shape;662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62" y="2609752"/>
            <a:ext cx="337825" cy="7273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3" name="Google Shape;663;p96"/>
          <p:cNvCxnSpPr>
            <a:stCxn id="660" idx="3"/>
            <a:endCxn id="658" idx="1"/>
          </p:cNvCxnSpPr>
          <p:nvPr/>
        </p:nvCxnSpPr>
        <p:spPr>
          <a:xfrm flipH="1" rot="10800000">
            <a:off x="1350875" y="2170050"/>
            <a:ext cx="1423200" cy="23829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97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97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0" name="Google Shape;670;p97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1" name="Google Shape;671;p97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97"/>
          <p:cNvSpPr/>
          <p:nvPr/>
        </p:nvSpPr>
        <p:spPr>
          <a:xfrm>
            <a:off x="1350750" y="2571750"/>
            <a:ext cx="3050955" cy="1146821"/>
          </a:xfrm>
          <a:custGeom>
            <a:rect b="b" l="l" r="r" t="t"/>
            <a:pathLst>
              <a:path extrusionOk="0" h="45631" w="119493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673" name="Google Shape;673;p97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n-&gt;next = NULL;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4" name="Google Shape;674;p97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5" name="Google Shape;675;p97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97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97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78" name="Google Shape;678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62" y="2609752"/>
            <a:ext cx="337825" cy="7273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9" name="Google Shape;679;p97"/>
          <p:cNvCxnSpPr>
            <a:stCxn id="676" idx="3"/>
            <a:endCxn id="674" idx="1"/>
          </p:cNvCxnSpPr>
          <p:nvPr/>
        </p:nvCxnSpPr>
        <p:spPr>
          <a:xfrm flipH="1" rot="10800000">
            <a:off x="1350875" y="2170050"/>
            <a:ext cx="1423200" cy="23829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98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98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6" name="Google Shape;686;p98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7" name="Google Shape;687;p98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98"/>
          <p:cNvSpPr/>
          <p:nvPr/>
        </p:nvSpPr>
        <p:spPr>
          <a:xfrm>
            <a:off x="1350750" y="2571750"/>
            <a:ext cx="3050955" cy="1146821"/>
          </a:xfrm>
          <a:custGeom>
            <a:rect b="b" l="l" r="r" t="t"/>
            <a:pathLst>
              <a:path extrusionOk="0" h="45631" w="119493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689" name="Google Shape;689;p98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n-&gt;next = NULL;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0" name="Google Shape;690;p98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1" name="Google Shape;691;p98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98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98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94" name="Google Shape;694;p98"/>
          <p:cNvCxnSpPr>
            <a:stCxn id="692" idx="3"/>
            <a:endCxn id="690" idx="1"/>
          </p:cNvCxnSpPr>
          <p:nvPr/>
        </p:nvCxnSpPr>
        <p:spPr>
          <a:xfrm flipH="1" rot="10800000">
            <a:off x="1350875" y="2170050"/>
            <a:ext cx="1423200" cy="23829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99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99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1" name="Google Shape;701;p99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2" name="Google Shape;702;p99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99"/>
          <p:cNvSpPr/>
          <p:nvPr/>
        </p:nvSpPr>
        <p:spPr>
          <a:xfrm>
            <a:off x="1350750" y="2571750"/>
            <a:ext cx="3050955" cy="1146821"/>
          </a:xfrm>
          <a:custGeom>
            <a:rect b="b" l="l" r="r" t="t"/>
            <a:pathLst>
              <a:path extrusionOk="0" h="45631" w="119493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704" name="Google Shape;704;p99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5" name="Google Shape;705;p99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6" name="Google Shape;706;p99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99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99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09" name="Google Shape;709;p99"/>
          <p:cNvCxnSpPr>
            <a:stCxn id="707" idx="3"/>
            <a:endCxn id="705" idx="1"/>
          </p:cNvCxnSpPr>
          <p:nvPr/>
        </p:nvCxnSpPr>
        <p:spPr>
          <a:xfrm flipH="1" rot="10800000">
            <a:off x="1350875" y="2170050"/>
            <a:ext cx="1423200" cy="23829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100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100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6" name="Google Shape;716;p100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7" name="Google Shape;717;p100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100"/>
          <p:cNvSpPr/>
          <p:nvPr/>
        </p:nvSpPr>
        <p:spPr>
          <a:xfrm>
            <a:off x="1350750" y="2571750"/>
            <a:ext cx="3050955" cy="1146821"/>
          </a:xfrm>
          <a:custGeom>
            <a:rect b="b" l="l" r="r" t="t"/>
            <a:pathLst>
              <a:path extrusionOk="0" h="45631" w="119493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719" name="Google Shape;719;p100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list = n;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0" name="Google Shape;720;p100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1" name="Google Shape;721;p100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100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100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24" name="Google Shape;724;p100"/>
          <p:cNvCxnSpPr>
            <a:stCxn id="722" idx="3"/>
            <a:endCxn id="720" idx="1"/>
          </p:cNvCxnSpPr>
          <p:nvPr/>
        </p:nvCxnSpPr>
        <p:spPr>
          <a:xfrm flipH="1" rot="10800000">
            <a:off x="1350875" y="2170050"/>
            <a:ext cx="1423200" cy="23829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101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101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1" name="Google Shape;731;p101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2" name="Google Shape;732;p101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101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list = n;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4" name="Google Shape;734;p101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5" name="Google Shape;735;p101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101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101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38" name="Google Shape;738;p101"/>
          <p:cNvCxnSpPr>
            <a:stCxn id="736" idx="3"/>
            <a:endCxn id="734" idx="1"/>
          </p:cNvCxnSpPr>
          <p:nvPr/>
        </p:nvCxnSpPr>
        <p:spPr>
          <a:xfrm flipH="1" rot="10800000">
            <a:off x="1350875" y="2170050"/>
            <a:ext cx="1423200" cy="23829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9" name="Google Shape;739;p101"/>
          <p:cNvCxnSpPr>
            <a:stCxn id="729" idx="3"/>
            <a:endCxn id="734" idx="1"/>
          </p:cNvCxnSpPr>
          <p:nvPr/>
        </p:nvCxnSpPr>
        <p:spPr>
          <a:xfrm flipH="1" rot="10800000">
            <a:off x="1350875" y="2170050"/>
            <a:ext cx="1423200" cy="4017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02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102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6" name="Google Shape;746;p102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7" name="Google Shape;747;p102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102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list = n;</a:t>
            </a:r>
            <a:endParaRPr>
              <a:solidFill>
                <a:srgbClr val="FF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9" name="Google Shape;749;p102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0" name="Google Shape;750;p102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102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102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53" name="Google Shape;753;p102"/>
          <p:cNvCxnSpPr>
            <a:stCxn id="751" idx="3"/>
            <a:endCxn id="749" idx="1"/>
          </p:cNvCxnSpPr>
          <p:nvPr/>
        </p:nvCxnSpPr>
        <p:spPr>
          <a:xfrm flipH="1" rot="10800000">
            <a:off x="1350875" y="2170050"/>
            <a:ext cx="1423200" cy="23829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4" name="Google Shape;754;p102"/>
          <p:cNvCxnSpPr>
            <a:stCxn id="744" idx="3"/>
            <a:endCxn id="749" idx="1"/>
          </p:cNvCxnSpPr>
          <p:nvPr/>
        </p:nvCxnSpPr>
        <p:spPr>
          <a:xfrm flipH="1" rot="10800000">
            <a:off x="1350875" y="2170050"/>
            <a:ext cx="1423200" cy="4017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103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103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1" name="Google Shape;761;p103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2" name="Google Shape;762;p103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103"/>
          <p:cNvSpPr/>
          <p:nvPr/>
        </p:nvSpPr>
        <p:spPr>
          <a:xfrm>
            <a:off x="1350750" y="2571750"/>
            <a:ext cx="3050955" cy="1146821"/>
          </a:xfrm>
          <a:custGeom>
            <a:rect b="b" l="l" r="r" t="t"/>
            <a:pathLst>
              <a:path extrusionOk="0" h="45631" w="119493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764" name="Google Shape;764;p103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5" name="Google Shape;765;p103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6" name="Google Shape;766;p103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103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103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69" name="Google Shape;769;p103"/>
          <p:cNvCxnSpPr>
            <a:stCxn id="767" idx="3"/>
            <a:endCxn id="765" idx="1"/>
          </p:cNvCxnSpPr>
          <p:nvPr/>
        </p:nvCxnSpPr>
        <p:spPr>
          <a:xfrm flipH="1" rot="10800000">
            <a:off x="1350875" y="2170050"/>
            <a:ext cx="1423200" cy="23829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104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104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6" name="Google Shape;776;p104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7" name="Google Shape;777;p104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104"/>
          <p:cNvSpPr/>
          <p:nvPr/>
        </p:nvSpPr>
        <p:spPr>
          <a:xfrm>
            <a:off x="1350750" y="2571750"/>
            <a:ext cx="3050955" cy="1146821"/>
          </a:xfrm>
          <a:custGeom>
            <a:rect b="b" l="l" r="r" t="t"/>
            <a:pathLst>
              <a:path extrusionOk="0" h="45631" w="119493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779" name="Google Shape;779;p104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n-&gt;next = list;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0" name="Google Shape;780;p104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1" name="Google Shape;781;p104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104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104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84" name="Google Shape;784;p104"/>
          <p:cNvCxnSpPr>
            <a:stCxn id="782" idx="3"/>
            <a:endCxn id="780" idx="1"/>
          </p:cNvCxnSpPr>
          <p:nvPr/>
        </p:nvCxnSpPr>
        <p:spPr>
          <a:xfrm flipH="1" rot="10800000">
            <a:off x="1350875" y="2170050"/>
            <a:ext cx="1423200" cy="23829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105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105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1" name="Google Shape;791;p105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2" name="Google Shape;792;p105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105"/>
          <p:cNvSpPr/>
          <p:nvPr/>
        </p:nvSpPr>
        <p:spPr>
          <a:xfrm>
            <a:off x="1350750" y="2571750"/>
            <a:ext cx="3050955" cy="1146821"/>
          </a:xfrm>
          <a:custGeom>
            <a:rect b="b" l="l" r="r" t="t"/>
            <a:pathLst>
              <a:path extrusionOk="0" h="45631" w="119493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794" name="Google Shape;794;p105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n-&gt;next = list;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5" name="Google Shape;795;p105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6" name="Google Shape;796;p105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105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105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99" name="Google Shape;799;p105"/>
          <p:cNvCxnSpPr>
            <a:stCxn id="797" idx="3"/>
            <a:endCxn id="795" idx="1"/>
          </p:cNvCxnSpPr>
          <p:nvPr/>
        </p:nvCxnSpPr>
        <p:spPr>
          <a:xfrm flipH="1" rot="10800000">
            <a:off x="1350875" y="2170050"/>
            <a:ext cx="1423200" cy="23829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0" name="Google Shape;800;p105"/>
          <p:cNvCxnSpPr>
            <a:stCxn id="796" idx="3"/>
            <a:endCxn id="791" idx="1"/>
          </p:cNvCxnSpPr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106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106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7" name="Google Shape;807;p106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8" name="Google Shape;808;p106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106"/>
          <p:cNvSpPr/>
          <p:nvPr/>
        </p:nvSpPr>
        <p:spPr>
          <a:xfrm>
            <a:off x="1350750" y="2571750"/>
            <a:ext cx="3050955" cy="1146821"/>
          </a:xfrm>
          <a:custGeom>
            <a:rect b="b" l="l" r="r" t="t"/>
            <a:pathLst>
              <a:path extrusionOk="0" h="45631" w="119493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810" name="Google Shape;810;p106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list = n;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1" name="Google Shape;811;p106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2" name="Google Shape;812;p106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106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106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15" name="Google Shape;815;p106"/>
          <p:cNvCxnSpPr>
            <a:stCxn id="813" idx="3"/>
            <a:endCxn id="811" idx="1"/>
          </p:cNvCxnSpPr>
          <p:nvPr/>
        </p:nvCxnSpPr>
        <p:spPr>
          <a:xfrm flipH="1" rot="10800000">
            <a:off x="1350875" y="2170050"/>
            <a:ext cx="1423200" cy="23829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6" name="Google Shape;816;p106"/>
          <p:cNvCxnSpPr>
            <a:stCxn id="812" idx="3"/>
            <a:endCxn id="807" idx="1"/>
          </p:cNvCxnSpPr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07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107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3" name="Google Shape;823;p107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4" name="Google Shape;824;p107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107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list = n;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6" name="Google Shape;826;p107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7" name="Google Shape;827;p107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107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107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30" name="Google Shape;830;p107"/>
          <p:cNvCxnSpPr>
            <a:stCxn id="828" idx="3"/>
            <a:endCxn id="826" idx="1"/>
          </p:cNvCxnSpPr>
          <p:nvPr/>
        </p:nvCxnSpPr>
        <p:spPr>
          <a:xfrm flipH="1" rot="10800000">
            <a:off x="1350875" y="2170050"/>
            <a:ext cx="1423200" cy="23829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1" name="Google Shape;831;p107"/>
          <p:cNvCxnSpPr>
            <a:stCxn id="827" idx="3"/>
            <a:endCxn id="823" idx="1"/>
          </p:cNvCxnSpPr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2" name="Google Shape;832;p107"/>
          <p:cNvCxnSpPr>
            <a:stCxn id="821" idx="3"/>
            <a:endCxn id="826" idx="1"/>
          </p:cNvCxnSpPr>
          <p:nvPr/>
        </p:nvCxnSpPr>
        <p:spPr>
          <a:xfrm flipH="1" rot="10800000">
            <a:off x="1350875" y="2170050"/>
            <a:ext cx="1423200" cy="4017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108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108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9" name="Google Shape;839;p108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0" name="Google Shape;840;p108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108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2" name="Google Shape;842;p108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3" name="Google Shape;843;p108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4" name="Google Shape;844;p108"/>
          <p:cNvCxnSpPr>
            <a:stCxn id="843" idx="3"/>
            <a:endCxn id="839" idx="1"/>
          </p:cNvCxnSpPr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5" name="Google Shape;845;p108"/>
          <p:cNvCxnSpPr>
            <a:stCxn id="837" idx="3"/>
            <a:endCxn id="842" idx="1"/>
          </p:cNvCxnSpPr>
          <p:nvPr/>
        </p:nvCxnSpPr>
        <p:spPr>
          <a:xfrm flipH="1" rot="10800000">
            <a:off x="1350875" y="2170050"/>
            <a:ext cx="1423200" cy="4017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109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1" name="Google Shape;851;p109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109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109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54" name="Google Shape;854;p109"/>
          <p:cNvCxnSpPr>
            <a:stCxn id="852" idx="3"/>
            <a:endCxn id="855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fmla="val -71638" name="adj1"/>
              <a:gd fmla="val 50000" name="adj2"/>
              <a:gd fmla="val 171600" name="adj3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5" name="Google Shape;855;p109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6" name="Google Shape;856;p109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57" name="Google Shape;857;p109"/>
          <p:cNvCxnSpPr>
            <a:stCxn id="856" idx="3"/>
            <a:endCxn id="850" idx="1"/>
          </p:cNvCxnSpPr>
          <p:nvPr/>
        </p:nvCxnSpPr>
        <p:spPr>
          <a:xfrm flipH="1" rot="10800000">
            <a:off x="2245900" y="2170050"/>
            <a:ext cx="528300" cy="2334000"/>
          </a:xfrm>
          <a:prstGeom prst="curvedConnector3">
            <a:avLst>
              <a:gd fmla="val 49991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8" name="Google Shape;858;p109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9" name="Google Shape;859;p109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0" name="Google Shape;860;p109"/>
          <p:cNvCxnSpPr/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110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6" name="Google Shape;866;p110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110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110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69" name="Google Shape;869;p110"/>
          <p:cNvCxnSpPr>
            <a:stCxn id="867" idx="3"/>
            <a:endCxn id="870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fmla="val -71638" name="adj1"/>
              <a:gd fmla="val 50000" name="adj2"/>
              <a:gd fmla="val 171600" name="adj3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0" name="Google Shape;870;p110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71" name="Google Shape;871;p110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2" name="Google Shape;872;p110"/>
          <p:cNvCxnSpPr>
            <a:stCxn id="871" idx="3"/>
            <a:endCxn id="865" idx="1"/>
          </p:cNvCxnSpPr>
          <p:nvPr/>
        </p:nvCxnSpPr>
        <p:spPr>
          <a:xfrm flipH="1" rot="10800000">
            <a:off x="2245900" y="2170050"/>
            <a:ext cx="528300" cy="2334000"/>
          </a:xfrm>
          <a:prstGeom prst="curvedConnector3">
            <a:avLst>
              <a:gd fmla="val 49991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3" name="Google Shape;873;p110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74" name="Google Shape;874;p110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5" name="Google Shape;875;p110"/>
          <p:cNvCxnSpPr/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6" name="Google Shape;876;p110"/>
          <p:cNvSpPr/>
          <p:nvPr/>
        </p:nvSpPr>
        <p:spPr>
          <a:xfrm>
            <a:off x="2774100" y="6366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110"/>
          <p:cNvSpPr txBox="1"/>
          <p:nvPr/>
        </p:nvSpPr>
        <p:spPr>
          <a:xfrm>
            <a:off x="2958150" y="100375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78" name="Google Shape;878;p110"/>
          <p:cNvCxnSpPr>
            <a:stCxn id="876" idx="1"/>
            <a:endCxn id="870" idx="0"/>
          </p:cNvCxnSpPr>
          <p:nvPr/>
        </p:nvCxnSpPr>
        <p:spPr>
          <a:xfrm flipH="1">
            <a:off x="1632300" y="1038375"/>
            <a:ext cx="1141800" cy="2260500"/>
          </a:xfrm>
          <a:prstGeom prst="curvedConnector2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111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4" name="Google Shape;884;p111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111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111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87" name="Google Shape;887;p111"/>
          <p:cNvCxnSpPr>
            <a:stCxn id="885" idx="3"/>
            <a:endCxn id="888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fmla="val -71638" name="adj1"/>
              <a:gd fmla="val 50000" name="adj2"/>
              <a:gd fmla="val 171600" name="adj3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8" name="Google Shape;888;p111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9" name="Google Shape;889;p111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90" name="Google Shape;890;p111"/>
          <p:cNvCxnSpPr>
            <a:stCxn id="889" idx="3"/>
            <a:endCxn id="883" idx="1"/>
          </p:cNvCxnSpPr>
          <p:nvPr/>
        </p:nvCxnSpPr>
        <p:spPr>
          <a:xfrm flipH="1" rot="10800000">
            <a:off x="2245900" y="2170050"/>
            <a:ext cx="528300" cy="2334000"/>
          </a:xfrm>
          <a:prstGeom prst="curvedConnector3">
            <a:avLst>
              <a:gd fmla="val 49991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1" name="Google Shape;891;p111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2" name="Google Shape;892;p111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93" name="Google Shape;893;p111"/>
          <p:cNvCxnSpPr/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4" name="Google Shape;894;p111"/>
          <p:cNvSpPr/>
          <p:nvPr/>
        </p:nvSpPr>
        <p:spPr>
          <a:xfrm>
            <a:off x="2774100" y="6366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111"/>
          <p:cNvSpPr txBox="1"/>
          <p:nvPr/>
        </p:nvSpPr>
        <p:spPr>
          <a:xfrm>
            <a:off x="2958150" y="100375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96" name="Google Shape;896;p111"/>
          <p:cNvCxnSpPr>
            <a:stCxn id="894" idx="2"/>
            <a:endCxn id="883" idx="0"/>
          </p:cNvCxnSpPr>
          <p:nvPr/>
        </p:nvCxnSpPr>
        <p:spPr>
          <a:xfrm flipH="1" rot="-5400000">
            <a:off x="3223950" y="1603875"/>
            <a:ext cx="328200" cy="600"/>
          </a:xfrm>
          <a:prstGeom prst="curvedConnector3">
            <a:avLst>
              <a:gd fmla="val 5001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112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2" name="Google Shape;902;p112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112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112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05" name="Google Shape;905;p112"/>
          <p:cNvCxnSpPr>
            <a:stCxn id="903" idx="3"/>
            <a:endCxn id="906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fmla="val -71638" name="adj1"/>
              <a:gd fmla="val 50000" name="adj2"/>
              <a:gd fmla="val 171600" name="adj3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6" name="Google Shape;906;p112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7" name="Google Shape;907;p112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8" name="Google Shape;908;p112"/>
          <p:cNvCxnSpPr>
            <a:stCxn id="907" idx="3"/>
            <a:endCxn id="901" idx="1"/>
          </p:cNvCxnSpPr>
          <p:nvPr/>
        </p:nvCxnSpPr>
        <p:spPr>
          <a:xfrm flipH="1" rot="10800000">
            <a:off x="2245900" y="2170050"/>
            <a:ext cx="528300" cy="2334000"/>
          </a:xfrm>
          <a:prstGeom prst="curvedConnector3">
            <a:avLst>
              <a:gd fmla="val 49991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9" name="Google Shape;909;p112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0" name="Google Shape;910;p112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11" name="Google Shape;911;p112"/>
          <p:cNvCxnSpPr/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2" name="Google Shape;912;p112"/>
          <p:cNvSpPr/>
          <p:nvPr/>
        </p:nvSpPr>
        <p:spPr>
          <a:xfrm>
            <a:off x="2774100" y="6366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112"/>
          <p:cNvSpPr txBox="1"/>
          <p:nvPr/>
        </p:nvSpPr>
        <p:spPr>
          <a:xfrm>
            <a:off x="2958150" y="100375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14" name="Google Shape;914;p112"/>
          <p:cNvCxnSpPr>
            <a:stCxn id="912" idx="3"/>
            <a:endCxn id="909" idx="0"/>
          </p:cNvCxnSpPr>
          <p:nvPr/>
        </p:nvCxnSpPr>
        <p:spPr>
          <a:xfrm>
            <a:off x="4001400" y="1038375"/>
            <a:ext cx="1014000" cy="2117400"/>
          </a:xfrm>
          <a:prstGeom prst="curvedConnector2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113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0" name="Google Shape;920;p113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113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113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23" name="Google Shape;923;p113"/>
          <p:cNvCxnSpPr>
            <a:stCxn id="921" idx="3"/>
            <a:endCxn id="924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fmla="val -71638" name="adj1"/>
              <a:gd fmla="val 50000" name="adj2"/>
              <a:gd fmla="val 171600" name="adj3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4" name="Google Shape;924;p113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5" name="Google Shape;925;p113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6" name="Google Shape;926;p113"/>
          <p:cNvCxnSpPr>
            <a:stCxn id="925" idx="3"/>
            <a:endCxn id="919" idx="1"/>
          </p:cNvCxnSpPr>
          <p:nvPr/>
        </p:nvCxnSpPr>
        <p:spPr>
          <a:xfrm flipH="1" rot="10800000">
            <a:off x="2245900" y="2170050"/>
            <a:ext cx="528300" cy="2334000"/>
          </a:xfrm>
          <a:prstGeom prst="curvedConnector3">
            <a:avLst>
              <a:gd fmla="val 49991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7" name="Google Shape;927;p113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8" name="Google Shape;928;p113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9" name="Google Shape;929;p113"/>
          <p:cNvCxnSpPr/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0" name="Google Shape;930;p113"/>
          <p:cNvSpPr/>
          <p:nvPr/>
        </p:nvSpPr>
        <p:spPr>
          <a:xfrm>
            <a:off x="2774100" y="6366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113"/>
          <p:cNvSpPr txBox="1"/>
          <p:nvPr/>
        </p:nvSpPr>
        <p:spPr>
          <a:xfrm>
            <a:off x="2958150" y="100375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114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37" name="Google Shape;937;p114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114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114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40" name="Google Shape;940;p114"/>
          <p:cNvCxnSpPr>
            <a:stCxn id="938" idx="3"/>
            <a:endCxn id="941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fmla="val -71638" name="adj1"/>
              <a:gd fmla="val 50000" name="adj2"/>
              <a:gd fmla="val 171600" name="adj3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1" name="Google Shape;941;p114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2" name="Google Shape;942;p114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3" name="Google Shape;943;p114"/>
          <p:cNvCxnSpPr>
            <a:stCxn id="942" idx="3"/>
            <a:endCxn id="936" idx="1"/>
          </p:cNvCxnSpPr>
          <p:nvPr/>
        </p:nvCxnSpPr>
        <p:spPr>
          <a:xfrm flipH="1" rot="10800000">
            <a:off x="2245900" y="2170050"/>
            <a:ext cx="528300" cy="2334000"/>
          </a:xfrm>
          <a:prstGeom prst="curvedConnector3">
            <a:avLst>
              <a:gd fmla="val 49991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4" name="Google Shape;944;p114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5" name="Google Shape;945;p114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6" name="Google Shape;946;p114"/>
          <p:cNvCxnSpPr/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1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116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116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117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117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64" name="Google Shape;964;p117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65" name="Google Shape;965;p117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117"/>
          <p:cNvSpPr/>
          <p:nvPr/>
        </p:nvSpPr>
        <p:spPr>
          <a:xfrm>
            <a:off x="1350750" y="2571750"/>
            <a:ext cx="3050955" cy="1146821"/>
          </a:xfrm>
          <a:custGeom>
            <a:rect b="b" l="l" r="r" t="t"/>
            <a:pathLst>
              <a:path extrusionOk="0" h="45631" w="119493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118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118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3" name="Google Shape;973;p118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4" name="Google Shape;974;p118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118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6" name="Google Shape;976;p118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77" name="Google Shape;977;p118"/>
          <p:cNvCxnSpPr>
            <a:stCxn id="976" idx="3"/>
            <a:endCxn id="973" idx="1"/>
          </p:cNvCxnSpPr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8" name="Google Shape;978;p118"/>
          <p:cNvCxnSpPr>
            <a:stCxn id="971" idx="3"/>
            <a:endCxn id="975" idx="1"/>
          </p:cNvCxnSpPr>
          <p:nvPr/>
        </p:nvCxnSpPr>
        <p:spPr>
          <a:xfrm flipH="1" rot="10800000">
            <a:off x="1350875" y="2170050"/>
            <a:ext cx="1423200" cy="4017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119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4" name="Google Shape;984;p119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119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119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87" name="Google Shape;987;p119"/>
          <p:cNvCxnSpPr>
            <a:stCxn id="985" idx="3"/>
            <a:endCxn id="988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fmla="val -71638" name="adj1"/>
              <a:gd fmla="val 50000" name="adj2"/>
              <a:gd fmla="val 171600" name="adj3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8" name="Google Shape;988;p119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9" name="Google Shape;989;p119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90" name="Google Shape;990;p119"/>
          <p:cNvCxnSpPr>
            <a:stCxn id="989" idx="3"/>
            <a:endCxn id="983" idx="1"/>
          </p:cNvCxnSpPr>
          <p:nvPr/>
        </p:nvCxnSpPr>
        <p:spPr>
          <a:xfrm flipH="1" rot="10800000">
            <a:off x="2245900" y="2170050"/>
            <a:ext cx="528300" cy="2334000"/>
          </a:xfrm>
          <a:prstGeom prst="curvedConnector3">
            <a:avLst>
              <a:gd fmla="val 49991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1" name="Google Shape;991;p119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92" name="Google Shape;992;p119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93" name="Google Shape;993;p119"/>
          <p:cNvCxnSpPr/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1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1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</a:t>
            </a:r>
            <a:r>
              <a:rPr i="1" lang="en">
                <a:solidFill>
                  <a:srgbClr val="000000"/>
                </a:solidFill>
                <a:highlight>
                  <a:schemeClr val="dk1"/>
                </a:highlight>
              </a:rPr>
              <a:t>n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)</a:t>
            </a:r>
            <a:r>
              <a:rPr lang="en">
                <a:solidFill>
                  <a:srgbClr val="FFFFFF"/>
                </a:solidFill>
              </a:rPr>
              <a:t>    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(1)</a:t>
            </a:r>
            <a:endParaRPr>
              <a:solidFill>
                <a:srgbClr val="000000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1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</a:t>
            </a:r>
            <a:r>
              <a:rPr lang="en">
                <a:solidFill>
                  <a:schemeClr val="dk1"/>
                </a:solidFill>
              </a:rPr>
              <a:t>             </a:t>
            </a:r>
            <a:r>
              <a:rPr lang="en">
                <a:solidFill>
                  <a:srgbClr val="666666"/>
                </a:solidFill>
              </a:rPr>
              <a:t>search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r>
              <a:rPr lang="en">
                <a:solidFill>
                  <a:schemeClr val="dk1"/>
                </a:solidFill>
              </a:rPr>
              <a:t>              </a:t>
            </a:r>
            <a:r>
              <a:rPr lang="en">
                <a:solidFill>
                  <a:srgbClr val="666666"/>
                </a:solidFill>
              </a:rPr>
              <a:t>insertion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1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</a:t>
            </a:r>
            <a:r>
              <a:rPr lang="en">
                <a:solidFill>
                  <a:schemeClr val="dk1"/>
                </a:solidFill>
              </a:rPr>
              <a:t>             </a:t>
            </a:r>
            <a:r>
              <a:rPr lang="en">
                <a:solidFill>
                  <a:srgbClr val="666666"/>
                </a:solidFill>
              </a:rPr>
              <a:t>search, deletion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r>
              <a:rPr lang="en">
                <a:solidFill>
                  <a:schemeClr val="dk1"/>
                </a:solidFill>
              </a:rPr>
              <a:t>              </a:t>
            </a:r>
            <a:r>
              <a:rPr lang="en">
                <a:solidFill>
                  <a:srgbClr val="666666"/>
                </a:solidFill>
              </a:rPr>
              <a:t>insertion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124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124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125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5" name="Google Shape;1025;p125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125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125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28" name="Google Shape;1028;p125"/>
          <p:cNvCxnSpPr>
            <a:stCxn id="1026" idx="3"/>
            <a:endCxn id="1024" idx="1"/>
          </p:cNvCxnSpPr>
          <p:nvPr/>
        </p:nvCxnSpPr>
        <p:spPr>
          <a:xfrm flipH="1" rot="10800000">
            <a:off x="1350875" y="2170050"/>
            <a:ext cx="1423200" cy="4017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126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4" name="Google Shape;1034;p126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126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126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7" name="Google Shape;1037;p126"/>
          <p:cNvSpPr/>
          <p:nvPr/>
        </p:nvSpPr>
        <p:spPr>
          <a:xfrm>
            <a:off x="6107975" y="7334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8" name="Google Shape;1038;p126"/>
          <p:cNvSpPr/>
          <p:nvPr/>
        </p:nvSpPr>
        <p:spPr>
          <a:xfrm>
            <a:off x="6107975" y="15368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39" name="Google Shape;1039;p126"/>
          <p:cNvCxnSpPr>
            <a:stCxn id="1035" idx="3"/>
            <a:endCxn id="1033" idx="1"/>
          </p:cNvCxnSpPr>
          <p:nvPr/>
        </p:nvCxnSpPr>
        <p:spPr>
          <a:xfrm flipH="1" rot="10800000">
            <a:off x="1350875" y="2170050"/>
            <a:ext cx="1423200" cy="4017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0" name="Google Shape;1040;p126"/>
          <p:cNvCxnSpPr>
            <a:stCxn id="1034" idx="3"/>
            <a:endCxn id="1037" idx="1"/>
          </p:cNvCxnSpPr>
          <p:nvPr/>
        </p:nvCxnSpPr>
        <p:spPr>
          <a:xfrm flipH="1" rot="10800000">
            <a:off x="4001400" y="1135050"/>
            <a:ext cx="2106600" cy="1838400"/>
          </a:xfrm>
          <a:prstGeom prst="curvedConnector3">
            <a:avLst>
              <a:gd fmla="val 49999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127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46" name="Google Shape;1046;p127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127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127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49" name="Google Shape;1049;p127"/>
          <p:cNvSpPr/>
          <p:nvPr/>
        </p:nvSpPr>
        <p:spPr>
          <a:xfrm>
            <a:off x="6107975" y="7334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50" name="Google Shape;1050;p127"/>
          <p:cNvSpPr/>
          <p:nvPr/>
        </p:nvSpPr>
        <p:spPr>
          <a:xfrm>
            <a:off x="6107975" y="15368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51" name="Google Shape;1051;p127"/>
          <p:cNvCxnSpPr>
            <a:stCxn id="1047" idx="3"/>
            <a:endCxn id="1045" idx="1"/>
          </p:cNvCxnSpPr>
          <p:nvPr/>
        </p:nvCxnSpPr>
        <p:spPr>
          <a:xfrm flipH="1" rot="10800000">
            <a:off x="1350875" y="2170050"/>
            <a:ext cx="1423200" cy="4017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2" name="Google Shape;1052;p127"/>
          <p:cNvCxnSpPr>
            <a:stCxn id="1046" idx="3"/>
            <a:endCxn id="1049" idx="1"/>
          </p:cNvCxnSpPr>
          <p:nvPr/>
        </p:nvCxnSpPr>
        <p:spPr>
          <a:xfrm flipH="1" rot="10800000">
            <a:off x="4001400" y="1135050"/>
            <a:ext cx="2106600" cy="1838400"/>
          </a:xfrm>
          <a:prstGeom prst="curvedConnector3">
            <a:avLst>
              <a:gd fmla="val 49999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3" name="Google Shape;1053;p127"/>
          <p:cNvSpPr/>
          <p:nvPr/>
        </p:nvSpPr>
        <p:spPr>
          <a:xfrm>
            <a:off x="7718425" y="229002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54" name="Google Shape;1054;p127"/>
          <p:cNvSpPr/>
          <p:nvPr/>
        </p:nvSpPr>
        <p:spPr>
          <a:xfrm>
            <a:off x="7718425" y="309342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55" name="Google Shape;1055;p127"/>
          <p:cNvCxnSpPr>
            <a:stCxn id="1050" idx="3"/>
            <a:endCxn id="1053" idx="1"/>
          </p:cNvCxnSpPr>
          <p:nvPr/>
        </p:nvCxnSpPr>
        <p:spPr>
          <a:xfrm>
            <a:off x="7335275" y="1938550"/>
            <a:ext cx="383100" cy="753300"/>
          </a:xfrm>
          <a:prstGeom prst="curvedConnector3">
            <a:avLst>
              <a:gd fmla="val 50007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1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</a:t>
            </a:r>
            <a:r>
              <a:rPr i="1" lang="en">
                <a:solidFill>
                  <a:srgbClr val="000000"/>
                </a:solidFill>
                <a:highlight>
                  <a:schemeClr val="dk1"/>
                </a:highlight>
              </a:rPr>
              <a:t>n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)</a:t>
            </a:r>
            <a:r>
              <a:rPr lang="en">
                <a:solidFill>
                  <a:srgbClr val="FFFFFF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   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r>
              <a:rPr lang="en">
                <a:solidFill>
                  <a:schemeClr val="dk1"/>
                </a:solidFill>
              </a:rPr>
              <a:t>              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1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</a:t>
            </a:r>
            <a:r>
              <a:rPr lang="en">
                <a:solidFill>
                  <a:schemeClr val="dk1"/>
                </a:solidFill>
              </a:rPr>
              <a:t>             </a:t>
            </a:r>
            <a:r>
              <a:rPr lang="en">
                <a:solidFill>
                  <a:srgbClr val="666666"/>
                </a:solidFill>
              </a:rPr>
              <a:t>search, deletion, insertion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r>
              <a:rPr lang="en">
                <a:solidFill>
                  <a:schemeClr val="dk1"/>
                </a:solidFill>
              </a:rPr>
              <a:t>              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130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130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131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7" name="Google Shape;1077;p131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131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131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80" name="Google Shape;1080;p131"/>
          <p:cNvCxnSpPr>
            <a:stCxn id="1078" idx="3"/>
            <a:endCxn id="1076" idx="1"/>
          </p:cNvCxnSpPr>
          <p:nvPr/>
        </p:nvCxnSpPr>
        <p:spPr>
          <a:xfrm flipH="1" rot="10800000">
            <a:off x="1350875" y="2170050"/>
            <a:ext cx="1423200" cy="4017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132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86" name="Google Shape;1086;p132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132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132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89" name="Google Shape;1089;p132"/>
          <p:cNvCxnSpPr>
            <a:stCxn id="1087" idx="3"/>
            <a:endCxn id="1090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fmla="val -71638" name="adj1"/>
              <a:gd fmla="val 50000" name="adj2"/>
              <a:gd fmla="val 171600" name="adj3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0" name="Google Shape;1090;p132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1" name="Google Shape;1091;p132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92" name="Google Shape;1092;p132"/>
          <p:cNvCxnSpPr>
            <a:stCxn id="1091" idx="3"/>
            <a:endCxn id="1085" idx="1"/>
          </p:cNvCxnSpPr>
          <p:nvPr/>
        </p:nvCxnSpPr>
        <p:spPr>
          <a:xfrm flipH="1" rot="10800000">
            <a:off x="2245900" y="2170050"/>
            <a:ext cx="528300" cy="2334000"/>
          </a:xfrm>
          <a:prstGeom prst="curvedConnector3">
            <a:avLst>
              <a:gd fmla="val 49991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133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8" name="Google Shape;1098;p133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133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133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01" name="Google Shape;1101;p133"/>
          <p:cNvCxnSpPr>
            <a:stCxn id="1099" idx="3"/>
            <a:endCxn id="1102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fmla="val -71638" name="adj1"/>
              <a:gd fmla="val 50000" name="adj2"/>
              <a:gd fmla="val 171600" name="adj3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2" name="Google Shape;1102;p133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3" name="Google Shape;1103;p133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04" name="Google Shape;1104;p133"/>
          <p:cNvCxnSpPr>
            <a:stCxn id="1103" idx="3"/>
            <a:endCxn id="1097" idx="1"/>
          </p:cNvCxnSpPr>
          <p:nvPr/>
        </p:nvCxnSpPr>
        <p:spPr>
          <a:xfrm flipH="1" rot="10800000">
            <a:off x="2245900" y="2170050"/>
            <a:ext cx="528300" cy="2334000"/>
          </a:xfrm>
          <a:prstGeom prst="curvedConnector3">
            <a:avLst>
              <a:gd fmla="val 49991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5" name="Google Shape;1105;p133"/>
          <p:cNvSpPr/>
          <p:nvPr/>
        </p:nvSpPr>
        <p:spPr>
          <a:xfrm>
            <a:off x="6107975" y="7334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6" name="Google Shape;1106;p133"/>
          <p:cNvSpPr/>
          <p:nvPr/>
        </p:nvSpPr>
        <p:spPr>
          <a:xfrm>
            <a:off x="6107975" y="15368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07" name="Google Shape;1107;p133"/>
          <p:cNvCxnSpPr/>
          <p:nvPr/>
        </p:nvCxnSpPr>
        <p:spPr>
          <a:xfrm flipH="1" rot="10800000">
            <a:off x="4001400" y="1135050"/>
            <a:ext cx="2106600" cy="1838400"/>
          </a:xfrm>
          <a:prstGeom prst="curvedConnector3">
            <a:avLst>
              <a:gd fmla="val 49999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134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3" name="Google Shape;1113;p134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134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134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16" name="Google Shape;1116;p134"/>
          <p:cNvCxnSpPr>
            <a:stCxn id="1114" idx="3"/>
            <a:endCxn id="1117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fmla="val -71638" name="adj1"/>
              <a:gd fmla="val 50000" name="adj2"/>
              <a:gd fmla="val 171600" name="adj3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7" name="Google Shape;1117;p134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8" name="Google Shape;1118;p134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19" name="Google Shape;1119;p134"/>
          <p:cNvCxnSpPr>
            <a:stCxn id="1118" idx="3"/>
            <a:endCxn id="1112" idx="1"/>
          </p:cNvCxnSpPr>
          <p:nvPr/>
        </p:nvCxnSpPr>
        <p:spPr>
          <a:xfrm flipH="1" rot="10800000">
            <a:off x="2245900" y="2170050"/>
            <a:ext cx="528300" cy="2334000"/>
          </a:xfrm>
          <a:prstGeom prst="curvedConnector3">
            <a:avLst>
              <a:gd fmla="val 49991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0" name="Google Shape;1120;p134"/>
          <p:cNvSpPr/>
          <p:nvPr/>
        </p:nvSpPr>
        <p:spPr>
          <a:xfrm>
            <a:off x="6107975" y="7334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21" name="Google Shape;1121;p134"/>
          <p:cNvSpPr/>
          <p:nvPr/>
        </p:nvSpPr>
        <p:spPr>
          <a:xfrm>
            <a:off x="6107975" y="15368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134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23" name="Google Shape;1123;p134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24" name="Google Shape;1124;p134"/>
          <p:cNvCxnSpPr/>
          <p:nvPr/>
        </p:nvCxnSpPr>
        <p:spPr>
          <a:xfrm flipH="1" rot="10800000">
            <a:off x="5629163" y="1135275"/>
            <a:ext cx="478800" cy="32256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5" name="Google Shape;1125;p134"/>
          <p:cNvCxnSpPr/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1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</a:t>
            </a:r>
            <a:r>
              <a:rPr i="1" lang="en">
                <a:solidFill>
                  <a:srgbClr val="000000"/>
                </a:solidFill>
                <a:highlight>
                  <a:schemeClr val="dk1"/>
                </a:highlight>
              </a:rPr>
              <a:t>n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)</a:t>
            </a:r>
            <a:r>
              <a:rPr lang="en">
                <a:solidFill>
                  <a:srgbClr val="FFFFFF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   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r>
              <a:rPr lang="en">
                <a:solidFill>
                  <a:schemeClr val="dk1"/>
                </a:solidFill>
              </a:rPr>
              <a:t>              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1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</a:t>
            </a:r>
            <a:r>
              <a:rPr lang="en">
                <a:solidFill>
                  <a:schemeClr val="dk1"/>
                </a:solidFill>
              </a:rPr>
              <a:t>             </a:t>
            </a:r>
            <a:r>
              <a:rPr lang="en">
                <a:solidFill>
                  <a:srgbClr val="666666"/>
                </a:solidFill>
              </a:rPr>
              <a:t>search, deletion, insertion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r>
              <a:rPr lang="en">
                <a:solidFill>
                  <a:schemeClr val="dk1"/>
                </a:solidFill>
              </a:rPr>
              <a:t>              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0" name="Google Shape;1140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2250" y="932000"/>
            <a:ext cx="3279500" cy="327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1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trees</a:t>
            </a:r>
            <a:endParaRPr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1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search trees</a:t>
            </a:r>
            <a:endParaRPr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5" name="Google Shape;1155;p140"/>
          <p:cNvGraphicFramePr/>
          <p:nvPr/>
        </p:nvGraphicFramePr>
        <p:xfrm>
          <a:off x="-571500" y="-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 sz="36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 sz="36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6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7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0" name="Google Shape;1160;p141"/>
          <p:cNvGraphicFramePr/>
          <p:nvPr/>
        </p:nvGraphicFramePr>
        <p:xfrm>
          <a:off x="-571500" y="-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 sz="36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 sz="36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6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7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5" name="Google Shape;1165;p142"/>
          <p:cNvGraphicFramePr/>
          <p:nvPr/>
        </p:nvGraphicFramePr>
        <p:xfrm>
          <a:off x="-571500" y="-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 sz="36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 sz="36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6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7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0" name="Google Shape;1170;p143"/>
          <p:cNvGraphicFramePr/>
          <p:nvPr/>
        </p:nvGraphicFramePr>
        <p:xfrm>
          <a:off x="-571500" y="-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 sz="36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 sz="36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6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7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5" name="Google Shape;1175;p144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76" name="Google Shape;1176;p144"/>
          <p:cNvGraphicFramePr/>
          <p:nvPr/>
        </p:nvGraphicFramePr>
        <p:xfrm>
          <a:off x="1695708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77" name="Google Shape;1177;p144"/>
          <p:cNvGraphicFramePr/>
          <p:nvPr/>
        </p:nvGraphicFramePr>
        <p:xfrm>
          <a:off x="6292767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6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78" name="Google Shape;1178;p144"/>
          <p:cNvGraphicFramePr/>
          <p:nvPr/>
        </p:nvGraphicFramePr>
        <p:xfrm>
          <a:off x="552708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79" name="Google Shape;1179;p144"/>
          <p:cNvGraphicFramePr/>
          <p:nvPr/>
        </p:nvGraphicFramePr>
        <p:xfrm>
          <a:off x="2851233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80" name="Google Shape;1180;p144"/>
          <p:cNvGraphicFramePr/>
          <p:nvPr/>
        </p:nvGraphicFramePr>
        <p:xfrm>
          <a:off x="5149758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81" name="Google Shape;1181;p144"/>
          <p:cNvGraphicFramePr/>
          <p:nvPr/>
        </p:nvGraphicFramePr>
        <p:xfrm>
          <a:off x="7448283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7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86" name="Google Shape;1186;p145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87" name="Google Shape;1187;p145"/>
          <p:cNvGraphicFramePr/>
          <p:nvPr/>
        </p:nvGraphicFramePr>
        <p:xfrm>
          <a:off x="1695708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88" name="Google Shape;1188;p145"/>
          <p:cNvGraphicFramePr/>
          <p:nvPr/>
        </p:nvGraphicFramePr>
        <p:xfrm>
          <a:off x="6292767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6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89" name="Google Shape;1189;p145"/>
          <p:cNvGraphicFramePr/>
          <p:nvPr/>
        </p:nvGraphicFramePr>
        <p:xfrm>
          <a:off x="552708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90" name="Google Shape;1190;p145"/>
          <p:cNvGraphicFramePr/>
          <p:nvPr/>
        </p:nvGraphicFramePr>
        <p:xfrm>
          <a:off x="2851233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91" name="Google Shape;1191;p145"/>
          <p:cNvGraphicFramePr/>
          <p:nvPr/>
        </p:nvGraphicFramePr>
        <p:xfrm>
          <a:off x="5149758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92" name="Google Shape;1192;p145"/>
          <p:cNvGraphicFramePr/>
          <p:nvPr/>
        </p:nvGraphicFramePr>
        <p:xfrm>
          <a:off x="7448283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7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1193" name="Google Shape;1193;p145"/>
          <p:cNvSpPr/>
          <p:nvPr/>
        </p:nvSpPr>
        <p:spPr>
          <a:xfrm rot="952824">
            <a:off x="5170115" y="1595305"/>
            <a:ext cx="1089792" cy="186962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145"/>
          <p:cNvSpPr/>
          <p:nvPr/>
        </p:nvSpPr>
        <p:spPr>
          <a:xfrm flipH="1" rot="-952824">
            <a:off x="2871590" y="1595305"/>
            <a:ext cx="1089792" cy="186962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145"/>
          <p:cNvSpPr/>
          <p:nvPr/>
        </p:nvSpPr>
        <p:spPr>
          <a:xfrm flipH="1" rot="-3128501">
            <a:off x="1479993" y="3095365"/>
            <a:ext cx="452167" cy="186920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145"/>
          <p:cNvSpPr/>
          <p:nvPr/>
        </p:nvSpPr>
        <p:spPr>
          <a:xfrm flipH="1" rot="-3128501">
            <a:off x="6079043" y="3131915"/>
            <a:ext cx="452167" cy="186920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145"/>
          <p:cNvSpPr/>
          <p:nvPr/>
        </p:nvSpPr>
        <p:spPr>
          <a:xfrm rot="3128501">
            <a:off x="2644243" y="3095365"/>
            <a:ext cx="452167" cy="186920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145"/>
          <p:cNvSpPr/>
          <p:nvPr/>
        </p:nvSpPr>
        <p:spPr>
          <a:xfrm rot="3128501">
            <a:off x="7187668" y="3095365"/>
            <a:ext cx="452167" cy="186920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1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 node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struct node *next;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1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 node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1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 node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1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 node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struct node *left;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struct node *right;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3" name="Google Shape;1223;p150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24" name="Google Shape;1224;p150"/>
          <p:cNvGraphicFramePr/>
          <p:nvPr/>
        </p:nvGraphicFramePr>
        <p:xfrm>
          <a:off x="1695708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25" name="Google Shape;1225;p150"/>
          <p:cNvGraphicFramePr/>
          <p:nvPr/>
        </p:nvGraphicFramePr>
        <p:xfrm>
          <a:off x="6292767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6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26" name="Google Shape;1226;p150"/>
          <p:cNvGraphicFramePr/>
          <p:nvPr/>
        </p:nvGraphicFramePr>
        <p:xfrm>
          <a:off x="552708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27" name="Google Shape;1227;p150"/>
          <p:cNvGraphicFramePr/>
          <p:nvPr/>
        </p:nvGraphicFramePr>
        <p:xfrm>
          <a:off x="2851233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28" name="Google Shape;1228;p150"/>
          <p:cNvGraphicFramePr/>
          <p:nvPr/>
        </p:nvGraphicFramePr>
        <p:xfrm>
          <a:off x="5149758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29" name="Google Shape;1229;p150"/>
          <p:cNvGraphicFramePr/>
          <p:nvPr/>
        </p:nvGraphicFramePr>
        <p:xfrm>
          <a:off x="7448283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7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1230" name="Google Shape;1230;p150"/>
          <p:cNvSpPr/>
          <p:nvPr/>
        </p:nvSpPr>
        <p:spPr>
          <a:xfrm rot="952824">
            <a:off x="5170115" y="1595305"/>
            <a:ext cx="1089792" cy="186962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150"/>
          <p:cNvSpPr/>
          <p:nvPr/>
        </p:nvSpPr>
        <p:spPr>
          <a:xfrm flipH="1" rot="-952824">
            <a:off x="2871590" y="1595305"/>
            <a:ext cx="1089792" cy="186962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150"/>
          <p:cNvSpPr/>
          <p:nvPr/>
        </p:nvSpPr>
        <p:spPr>
          <a:xfrm flipH="1" rot="-3128501">
            <a:off x="1479993" y="3095365"/>
            <a:ext cx="452167" cy="186920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150"/>
          <p:cNvSpPr/>
          <p:nvPr/>
        </p:nvSpPr>
        <p:spPr>
          <a:xfrm flipH="1" rot="-3128501">
            <a:off x="6079043" y="3131915"/>
            <a:ext cx="452167" cy="186920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150"/>
          <p:cNvSpPr/>
          <p:nvPr/>
        </p:nvSpPr>
        <p:spPr>
          <a:xfrm rot="3128501">
            <a:off x="2644243" y="3095365"/>
            <a:ext cx="452167" cy="186920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150"/>
          <p:cNvSpPr/>
          <p:nvPr/>
        </p:nvSpPr>
        <p:spPr>
          <a:xfrm rot="3128501">
            <a:off x="7187668" y="3095365"/>
            <a:ext cx="452167" cy="186920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151"/>
          <p:cNvSpPr txBox="1"/>
          <p:nvPr>
            <p:ph idx="1" type="body"/>
          </p:nvPr>
        </p:nvSpPr>
        <p:spPr>
          <a:xfrm>
            <a:off x="311700" y="547800"/>
            <a:ext cx="8520600" cy="404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bool search(node *tree, int 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if (tree == NULL)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false;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else if (number &lt;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search(tree-&gt;left, number);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else if (number &gt;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search(tree-&gt;right, number);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else if (number ==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true;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152"/>
          <p:cNvSpPr txBox="1"/>
          <p:nvPr>
            <p:ph idx="1" type="body"/>
          </p:nvPr>
        </p:nvSpPr>
        <p:spPr>
          <a:xfrm>
            <a:off x="311700" y="547800"/>
            <a:ext cx="8520600" cy="404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bool search(node *tree, int number)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if (tree == NULL)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false;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else if (number &lt;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search(tree-&gt;left, number);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else if (number &gt;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search(tree-&gt;right, number);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else if (number ==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true;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153"/>
          <p:cNvSpPr txBox="1"/>
          <p:nvPr>
            <p:ph idx="1" type="body"/>
          </p:nvPr>
        </p:nvSpPr>
        <p:spPr>
          <a:xfrm>
            <a:off x="311700" y="547800"/>
            <a:ext cx="8520600" cy="404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bool search(node *tree, int 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(tree == NULL)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false;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if (number &lt; tree-&gt;number)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search(tree-&gt;left</a:t>
            </a: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number</a:t>
            </a: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else if (number &gt;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search(tree-&gt;right, number);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else if (number ==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true;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154"/>
          <p:cNvSpPr txBox="1"/>
          <p:nvPr>
            <p:ph idx="1" type="body"/>
          </p:nvPr>
        </p:nvSpPr>
        <p:spPr>
          <a:xfrm>
            <a:off x="311700" y="547800"/>
            <a:ext cx="8520600" cy="404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bool search(node *tree, int 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(tree == NULL)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false;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if (number &lt; tree-&gt;number)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search(tree-&gt;left, number);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if (number &gt; tree-&gt;number)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search(tree-&gt;right</a:t>
            </a: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number</a:t>
            </a: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else if (number ==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true;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155"/>
          <p:cNvSpPr txBox="1"/>
          <p:nvPr>
            <p:ph idx="1" type="body"/>
          </p:nvPr>
        </p:nvSpPr>
        <p:spPr>
          <a:xfrm>
            <a:off x="311700" y="547800"/>
            <a:ext cx="8520600" cy="404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bool search(node *tree, int 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(tree == NULL)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false;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if (number &lt; tree-&gt;number)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search(tree-&gt;left</a:t>
            </a: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number</a:t>
            </a: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if (number &gt; tree-&gt;number)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search(tree-&gt;right</a:t>
            </a: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number</a:t>
            </a: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if (number == tree-&gt;number)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true;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156"/>
          <p:cNvSpPr txBox="1"/>
          <p:nvPr>
            <p:ph idx="1" type="body"/>
          </p:nvPr>
        </p:nvSpPr>
        <p:spPr>
          <a:xfrm>
            <a:off x="311700" y="547800"/>
            <a:ext cx="8520600" cy="404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bool search(node *tree, int 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(tree == NULL)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false;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if (number &lt; tree-&gt;number)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search(tree-&gt;left, number);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if (number &gt; tree-&gt;number)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search(tree-&gt;right</a:t>
            </a: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number</a:t>
            </a: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if (number ==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true;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70" name="Google Shape;1270;p157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71" name="Google Shape;1271;p157"/>
          <p:cNvGraphicFramePr/>
          <p:nvPr/>
        </p:nvGraphicFramePr>
        <p:xfrm>
          <a:off x="1695708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72" name="Google Shape;1272;p157"/>
          <p:cNvGraphicFramePr/>
          <p:nvPr/>
        </p:nvGraphicFramePr>
        <p:xfrm>
          <a:off x="6292767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6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73" name="Google Shape;1273;p157"/>
          <p:cNvGraphicFramePr/>
          <p:nvPr/>
        </p:nvGraphicFramePr>
        <p:xfrm>
          <a:off x="552708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74" name="Google Shape;1274;p157"/>
          <p:cNvGraphicFramePr/>
          <p:nvPr/>
        </p:nvGraphicFramePr>
        <p:xfrm>
          <a:off x="2851233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75" name="Google Shape;1275;p157"/>
          <p:cNvGraphicFramePr/>
          <p:nvPr/>
        </p:nvGraphicFramePr>
        <p:xfrm>
          <a:off x="5149758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76" name="Google Shape;1276;p157"/>
          <p:cNvGraphicFramePr/>
          <p:nvPr/>
        </p:nvGraphicFramePr>
        <p:xfrm>
          <a:off x="7448283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7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1277" name="Google Shape;1277;p157"/>
          <p:cNvSpPr/>
          <p:nvPr/>
        </p:nvSpPr>
        <p:spPr>
          <a:xfrm rot="952824">
            <a:off x="5170115" y="1595305"/>
            <a:ext cx="1089792" cy="186962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157"/>
          <p:cNvSpPr/>
          <p:nvPr/>
        </p:nvSpPr>
        <p:spPr>
          <a:xfrm flipH="1" rot="-952824">
            <a:off x="2871590" y="1595305"/>
            <a:ext cx="1089792" cy="186962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157"/>
          <p:cNvSpPr/>
          <p:nvPr/>
        </p:nvSpPr>
        <p:spPr>
          <a:xfrm flipH="1" rot="-3128501">
            <a:off x="1479993" y="3095365"/>
            <a:ext cx="452167" cy="186920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157"/>
          <p:cNvSpPr/>
          <p:nvPr/>
        </p:nvSpPr>
        <p:spPr>
          <a:xfrm flipH="1" rot="-3128501">
            <a:off x="6079043" y="3131915"/>
            <a:ext cx="452167" cy="186920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157"/>
          <p:cNvSpPr/>
          <p:nvPr/>
        </p:nvSpPr>
        <p:spPr>
          <a:xfrm rot="3128501">
            <a:off x="2644243" y="3095365"/>
            <a:ext cx="452167" cy="186920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157"/>
          <p:cNvSpPr/>
          <p:nvPr/>
        </p:nvSpPr>
        <p:spPr>
          <a:xfrm rot="3128501">
            <a:off x="7187668" y="3095365"/>
            <a:ext cx="452167" cy="186920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1" name="Google Shape;1291;p159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6" name="Google Shape;1296;p160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97" name="Google Shape;1297;p160"/>
          <p:cNvGraphicFramePr/>
          <p:nvPr/>
        </p:nvGraphicFramePr>
        <p:xfrm>
          <a:off x="1695708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1298" name="Google Shape;1298;p160"/>
          <p:cNvSpPr/>
          <p:nvPr/>
        </p:nvSpPr>
        <p:spPr>
          <a:xfrm flipH="1" rot="-952824">
            <a:off x="2871590" y="1595305"/>
            <a:ext cx="1089792" cy="186962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3" name="Google Shape;1303;p161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04" name="Google Shape;1304;p161"/>
          <p:cNvGraphicFramePr/>
          <p:nvPr/>
        </p:nvGraphicFramePr>
        <p:xfrm>
          <a:off x="1695708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05" name="Google Shape;1305;p161"/>
          <p:cNvGraphicFramePr/>
          <p:nvPr/>
        </p:nvGraphicFramePr>
        <p:xfrm>
          <a:off x="6292767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1306" name="Google Shape;1306;p161"/>
          <p:cNvSpPr/>
          <p:nvPr/>
        </p:nvSpPr>
        <p:spPr>
          <a:xfrm rot="952824">
            <a:off x="5170115" y="1595305"/>
            <a:ext cx="1089792" cy="186962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161"/>
          <p:cNvSpPr/>
          <p:nvPr/>
        </p:nvSpPr>
        <p:spPr>
          <a:xfrm flipH="1" rot="-952824">
            <a:off x="2871590" y="1595305"/>
            <a:ext cx="1089792" cy="186962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16" name="Google Shape;1316;p163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1" name="Google Shape;1321;p164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22" name="Google Shape;1322;p164"/>
          <p:cNvGraphicFramePr/>
          <p:nvPr/>
        </p:nvGraphicFramePr>
        <p:xfrm>
          <a:off x="6292767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1323" name="Google Shape;1323;p164"/>
          <p:cNvSpPr/>
          <p:nvPr/>
        </p:nvSpPr>
        <p:spPr>
          <a:xfrm rot="952824">
            <a:off x="5170115" y="1595305"/>
            <a:ext cx="1089792" cy="186962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8" name="Google Shape;1328;p165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29" name="Google Shape;1329;p165"/>
          <p:cNvGraphicFramePr/>
          <p:nvPr/>
        </p:nvGraphicFramePr>
        <p:xfrm>
          <a:off x="6292767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30" name="Google Shape;1330;p165"/>
          <p:cNvGraphicFramePr/>
          <p:nvPr/>
        </p:nvGraphicFramePr>
        <p:xfrm>
          <a:off x="7448283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1331" name="Google Shape;1331;p165"/>
          <p:cNvSpPr/>
          <p:nvPr/>
        </p:nvSpPr>
        <p:spPr>
          <a:xfrm rot="952824">
            <a:off x="5170115" y="1595305"/>
            <a:ext cx="1089792" cy="186962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165"/>
          <p:cNvSpPr/>
          <p:nvPr/>
        </p:nvSpPr>
        <p:spPr>
          <a:xfrm rot="3128501">
            <a:off x="7187668" y="3095365"/>
            <a:ext cx="452167" cy="186920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1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</a:t>
            </a:r>
            <a:r>
              <a:rPr i="1" lang="en">
                <a:solidFill>
                  <a:srgbClr val="000000"/>
                </a:solidFill>
                <a:highlight>
                  <a:schemeClr val="dk1"/>
                </a:highlight>
              </a:rPr>
              <a:t>n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)</a:t>
            </a:r>
            <a:r>
              <a:rPr lang="en">
                <a:solidFill>
                  <a:srgbClr val="FFFFFF"/>
                </a:solidFill>
              </a:rPr>
              <a:t>    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(log </a:t>
            </a:r>
            <a:r>
              <a:rPr i="1" lang="en">
                <a:solidFill>
                  <a:srgbClr val="000000"/>
                </a:solidFill>
                <a:highlight>
                  <a:schemeClr val="dk1"/>
                </a:highlight>
              </a:rPr>
              <a:t>n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)</a:t>
            </a:r>
            <a:r>
              <a:rPr lang="en">
                <a:solidFill>
                  <a:srgbClr val="FFFFFF"/>
                </a:solidFill>
              </a:rPr>
              <a:t>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16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dictionaries</a:t>
            </a:r>
            <a:endParaRPr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7" name="Google Shape;1347;p168"/>
          <p:cNvGraphicFramePr/>
          <p:nvPr/>
        </p:nvGraphicFramePr>
        <p:xfrm>
          <a:off x="952500" y="89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2" name="Google Shape;1352;p169"/>
          <p:cNvGraphicFramePr/>
          <p:nvPr/>
        </p:nvGraphicFramePr>
        <p:xfrm>
          <a:off x="952500" y="89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word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definition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7" name="Google Shape;1357;p170"/>
          <p:cNvGraphicFramePr/>
          <p:nvPr/>
        </p:nvGraphicFramePr>
        <p:xfrm>
          <a:off x="952500" y="89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key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value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2" name="Google Shape;1362;p1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7650" y="1297400"/>
            <a:ext cx="2548700" cy="2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7" name="Google Shape;1367;p172"/>
          <p:cNvPicPr preferRelativeResize="0"/>
          <p:nvPr/>
        </p:nvPicPr>
        <p:blipFill rotWithShape="1">
          <a:blip r:embed="rId3">
            <a:alphaModFix/>
          </a:blip>
          <a:srcRect b="14965" l="0" r="0" t="6516"/>
          <a:stretch/>
        </p:blipFill>
        <p:spPr>
          <a:xfrm>
            <a:off x="3211800" y="257112"/>
            <a:ext cx="2720400" cy="4629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" name="Google Shape;1372;p173"/>
          <p:cNvPicPr preferRelativeResize="0"/>
          <p:nvPr/>
        </p:nvPicPr>
        <p:blipFill rotWithShape="1">
          <a:blip r:embed="rId3">
            <a:alphaModFix/>
          </a:blip>
          <a:srcRect b="10741" l="0" r="0" t="10741"/>
          <a:stretch/>
        </p:blipFill>
        <p:spPr>
          <a:xfrm>
            <a:off x="3211800" y="257112"/>
            <a:ext cx="2720400" cy="4629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7" name="Google Shape;1377;p174"/>
          <p:cNvGraphicFramePr/>
          <p:nvPr/>
        </p:nvGraphicFramePr>
        <p:xfrm>
          <a:off x="952500" y="89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{9565D9B7-E7EB-4178-8533-C15B5339CDE3}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name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number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175"/>
          <p:cNvSpPr txBox="1"/>
          <p:nvPr/>
        </p:nvSpPr>
        <p:spPr>
          <a:xfrm>
            <a:off x="1371600" y="4371975"/>
            <a:ext cx="6400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size of problem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383" name="Google Shape;1383;p175"/>
          <p:cNvSpPr txBox="1"/>
          <p:nvPr/>
        </p:nvSpPr>
        <p:spPr>
          <a:xfrm rot="-5400000">
            <a:off x="-733350" y="2400300"/>
            <a:ext cx="356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time to solve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384" name="Google Shape;1384;p175"/>
          <p:cNvSpPr txBox="1"/>
          <p:nvPr/>
        </p:nvSpPr>
        <p:spPr>
          <a:xfrm>
            <a:off x="1499714" y="1239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</a:t>
            </a:r>
            <a:r>
              <a:rPr i="1" lang="en" sz="2400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)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1385" name="Google Shape;1385;p175"/>
          <p:cNvSpPr txBox="1"/>
          <p:nvPr/>
        </p:nvSpPr>
        <p:spPr>
          <a:xfrm>
            <a:off x="7772400" y="26004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(log</a:t>
            </a:r>
            <a:r>
              <a:rPr baseline="-25000" lang="en" sz="2400">
                <a:solidFill>
                  <a:srgbClr val="FFFFFF"/>
                </a:solidFill>
              </a:rPr>
              <a:t> </a:t>
            </a:r>
            <a:r>
              <a:rPr i="1" lang="en" sz="2400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)</a:t>
            </a:r>
            <a:endParaRPr sz="2400">
              <a:solidFill>
                <a:srgbClr val="FFFFFF"/>
              </a:solidFill>
            </a:endParaRPr>
          </a:p>
        </p:txBody>
      </p:sp>
      <p:pic>
        <p:nvPicPr>
          <p:cNvPr id="1386" name="Google Shape;1386;p1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600" y="772425"/>
            <a:ext cx="6400801" cy="359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176"/>
          <p:cNvSpPr txBox="1"/>
          <p:nvPr/>
        </p:nvSpPr>
        <p:spPr>
          <a:xfrm>
            <a:off x="1371600" y="4371975"/>
            <a:ext cx="6400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size of problem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392" name="Google Shape;1392;p176"/>
          <p:cNvSpPr txBox="1"/>
          <p:nvPr/>
        </p:nvSpPr>
        <p:spPr>
          <a:xfrm rot="-5400000">
            <a:off x="-733350" y="2400300"/>
            <a:ext cx="356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time to solve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393" name="Google Shape;1393;p176"/>
          <p:cNvSpPr txBox="1"/>
          <p:nvPr/>
        </p:nvSpPr>
        <p:spPr>
          <a:xfrm>
            <a:off x="1499714" y="1239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</a:t>
            </a:r>
            <a:r>
              <a:rPr i="1" lang="en" sz="2400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)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1394" name="Google Shape;1394;p176"/>
          <p:cNvSpPr txBox="1"/>
          <p:nvPr/>
        </p:nvSpPr>
        <p:spPr>
          <a:xfrm>
            <a:off x="7772400" y="26004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(log</a:t>
            </a:r>
            <a:r>
              <a:rPr baseline="-25000" lang="en" sz="2400">
                <a:solidFill>
                  <a:srgbClr val="FFFFFF"/>
                </a:solidFill>
              </a:rPr>
              <a:t> </a:t>
            </a:r>
            <a:r>
              <a:rPr i="1" lang="en" sz="2400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)</a:t>
            </a:r>
            <a:endParaRPr sz="2400">
              <a:solidFill>
                <a:srgbClr val="FFFFFF"/>
              </a:solidFill>
            </a:endParaRPr>
          </a:p>
        </p:txBody>
      </p:sp>
      <p:pic>
        <p:nvPicPr>
          <p:cNvPr id="1395" name="Google Shape;1395;p1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600" y="772425"/>
            <a:ext cx="6400801" cy="35986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6" name="Google Shape;1396;p176"/>
          <p:cNvCxnSpPr/>
          <p:nvPr/>
        </p:nvCxnSpPr>
        <p:spPr>
          <a:xfrm>
            <a:off x="1371600" y="4147225"/>
            <a:ext cx="6393000" cy="0"/>
          </a:xfrm>
          <a:prstGeom prst="straightConnector1">
            <a:avLst/>
          </a:prstGeom>
          <a:noFill/>
          <a:ln cap="flat" cmpd="sng" w="38100">
            <a:solidFill>
              <a:srgbClr val="00FF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97" name="Google Shape;1397;p176"/>
          <p:cNvSpPr txBox="1"/>
          <p:nvPr/>
        </p:nvSpPr>
        <p:spPr>
          <a:xfrm>
            <a:off x="7772400" y="383865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(1)</a:t>
            </a:r>
            <a:endParaRPr sz="2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17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hashing</a:t>
            </a:r>
            <a:endParaRPr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17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hash function</a:t>
            </a:r>
            <a:endParaRPr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17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hash tables</a:t>
            </a:r>
            <a:endParaRPr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180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18" name="Google Shape;1418;p180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19" name="Google Shape;1419;p180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20" name="Google Shape;1420;p180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21" name="Google Shape;1421;p180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22" name="Google Shape;1422;p180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23" name="Google Shape;1423;p180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24" name="Google Shape;1424;p180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25" name="Google Shape;1425;p180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26" name="Google Shape;1426;p180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27" name="Google Shape;1427;p180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28" name="Google Shape;1428;p180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29" name="Google Shape;1429;p180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30" name="Google Shape;1430;p180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31" name="Google Shape;1431;p180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32" name="Google Shape;1432;p180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33" name="Google Shape;1433;p180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34" name="Google Shape;1434;p180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35" name="Google Shape;1435;p180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36" name="Google Shape;1436;p180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37" name="Google Shape;1437;p180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38" name="Google Shape;1438;p180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39" name="Google Shape;1439;p180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40" name="Google Shape;1440;p180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41" name="Google Shape;1441;p180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42" name="Google Shape;1442;p180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181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48" name="Google Shape;1448;p181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49" name="Google Shape;1449;p181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50" name="Google Shape;1450;p181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51" name="Google Shape;1451;p181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52" name="Google Shape;1452;p181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53" name="Google Shape;1453;p181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54" name="Google Shape;1454;p181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55" name="Google Shape;1455;p181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56" name="Google Shape;1456;p181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57" name="Google Shape;1457;p181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58" name="Google Shape;1458;p181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59" name="Google Shape;1459;p181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60" name="Google Shape;1460;p181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61" name="Google Shape;1461;p181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62" name="Google Shape;1462;p181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63" name="Google Shape;1463;p181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64" name="Google Shape;1464;p181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65" name="Google Shape;1465;p181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66" name="Google Shape;1466;p181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67" name="Google Shape;1467;p181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68" name="Google Shape;1468;p181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69" name="Google Shape;1469;p181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70" name="Google Shape;1470;p181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71" name="Google Shape;1471;p181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72" name="Google Shape;1472;p181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73" name="Google Shape;1473;p181"/>
          <p:cNvSpPr txBox="1"/>
          <p:nvPr/>
        </p:nvSpPr>
        <p:spPr>
          <a:xfrm>
            <a:off x="47625" y="166650"/>
            <a:ext cx="409200" cy="48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14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18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19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21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22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23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24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25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182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79" name="Google Shape;1479;p182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80" name="Google Shape;1480;p182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81" name="Google Shape;1481;p182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82" name="Google Shape;1482;p182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83" name="Google Shape;1483;p182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84" name="Google Shape;1484;p182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85" name="Google Shape;1485;p182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86" name="Google Shape;1486;p182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87" name="Google Shape;1487;p182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88" name="Google Shape;1488;p182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89" name="Google Shape;1489;p182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90" name="Google Shape;1490;p182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91" name="Google Shape;1491;p182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92" name="Google Shape;1492;p182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93" name="Google Shape;1493;p182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94" name="Google Shape;1494;p182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95" name="Google Shape;1495;p182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96" name="Google Shape;1496;p182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97" name="Google Shape;1497;p182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98" name="Google Shape;1498;p182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99" name="Google Shape;1499;p182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00" name="Google Shape;1500;p182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01" name="Google Shape;1501;p182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02" name="Google Shape;1502;p182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03" name="Google Shape;1503;p182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04" name="Google Shape;1504;p182"/>
          <p:cNvSpPr txBox="1"/>
          <p:nvPr/>
        </p:nvSpPr>
        <p:spPr>
          <a:xfrm>
            <a:off x="199850" y="166650"/>
            <a:ext cx="257100" cy="48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Z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p183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10" name="Google Shape;1510;p183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11" name="Google Shape;1511;p183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12" name="Google Shape;1512;p183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13" name="Google Shape;1513;p183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14" name="Google Shape;1514;p183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15" name="Google Shape;1515;p183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16" name="Google Shape;1516;p183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17" name="Google Shape;1517;p183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18" name="Google Shape;1518;p183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19" name="Google Shape;1519;p183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20" name="Google Shape;1520;p183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21" name="Google Shape;1521;p183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22" name="Google Shape;1522;p183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23" name="Google Shape;1523;p183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24" name="Google Shape;1524;p183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25" name="Google Shape;1525;p183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26" name="Google Shape;1526;p183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27" name="Google Shape;1527;p183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28" name="Google Shape;1528;p183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29" name="Google Shape;1529;p183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30" name="Google Shape;1530;p183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31" name="Google Shape;1531;p183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32" name="Google Shape;1532;p183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33" name="Google Shape;1533;p183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34" name="Google Shape;1534;p183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184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40" name="Google Shape;1540;p184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41" name="Google Shape;1541;p184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42" name="Google Shape;1542;p184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43" name="Google Shape;1543;p184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44" name="Google Shape;1544;p184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45" name="Google Shape;1545;p184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46" name="Google Shape;1546;p184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47" name="Google Shape;1547;p184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48" name="Google Shape;1548;p184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49" name="Google Shape;1549;p184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50" name="Google Shape;1550;p184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51" name="Google Shape;1551;p184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52" name="Google Shape;1552;p184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53" name="Google Shape;1553;p184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54" name="Google Shape;1554;p184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55" name="Google Shape;1555;p184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56" name="Google Shape;1556;p184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57" name="Google Shape;1557;p184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58" name="Google Shape;1558;p184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59" name="Google Shape;1559;p184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60" name="Google Shape;1560;p184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61" name="Google Shape;1561;p184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62" name="Google Shape;1562;p184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63" name="Google Shape;1563;p184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64" name="Google Shape;1564;p184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65" name="Google Shape;1565;p184"/>
          <p:cNvSpPr/>
          <p:nvPr/>
        </p:nvSpPr>
        <p:spPr>
          <a:xfrm>
            <a:off x="938150" y="2406813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566" name="Google Shape;1566;p184"/>
          <p:cNvSpPr/>
          <p:nvPr/>
        </p:nvSpPr>
        <p:spPr>
          <a:xfrm>
            <a:off x="1754150" y="2406809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67" name="Google Shape;1567;p184"/>
          <p:cNvSpPr/>
          <p:nvPr/>
        </p:nvSpPr>
        <p:spPr>
          <a:xfrm flipH="1" rot="10800000">
            <a:off x="565850" y="2406813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p185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73" name="Google Shape;1573;p185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74" name="Google Shape;1574;p185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75" name="Google Shape;1575;p185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76" name="Google Shape;1576;p185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77" name="Google Shape;1577;p185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78" name="Google Shape;1578;p185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79" name="Google Shape;1579;p185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80" name="Google Shape;1580;p185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81" name="Google Shape;1581;p185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82" name="Google Shape;1582;p185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83" name="Google Shape;1583;p185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84" name="Google Shape;1584;p185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85" name="Google Shape;1585;p185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86" name="Google Shape;1586;p185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87" name="Google Shape;1587;p185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88" name="Google Shape;1588;p185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89" name="Google Shape;1589;p185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90" name="Google Shape;1590;p185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91" name="Google Shape;1591;p185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92" name="Google Shape;1592;p185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93" name="Google Shape;1593;p185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94" name="Google Shape;1594;p185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95" name="Google Shape;1595;p185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96" name="Google Shape;1596;p185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97" name="Google Shape;1597;p185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98" name="Google Shape;1598;p185"/>
          <p:cNvSpPr/>
          <p:nvPr/>
        </p:nvSpPr>
        <p:spPr>
          <a:xfrm>
            <a:off x="938150" y="2221738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Luigi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599" name="Google Shape;1599;p185"/>
          <p:cNvSpPr/>
          <p:nvPr/>
        </p:nvSpPr>
        <p:spPr>
          <a:xfrm>
            <a:off x="1754150" y="2221734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00" name="Google Shape;1600;p185"/>
          <p:cNvSpPr/>
          <p:nvPr/>
        </p:nvSpPr>
        <p:spPr>
          <a:xfrm flipH="1" rot="10800000">
            <a:off x="565850" y="2221738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01" name="Google Shape;1601;p185"/>
          <p:cNvSpPr/>
          <p:nvPr/>
        </p:nvSpPr>
        <p:spPr>
          <a:xfrm>
            <a:off x="938150" y="2406813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02" name="Google Shape;1602;p185"/>
          <p:cNvSpPr/>
          <p:nvPr/>
        </p:nvSpPr>
        <p:spPr>
          <a:xfrm>
            <a:off x="1754150" y="2406809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03" name="Google Shape;1603;p185"/>
          <p:cNvSpPr/>
          <p:nvPr/>
        </p:nvSpPr>
        <p:spPr>
          <a:xfrm flipH="1" rot="10800000">
            <a:off x="565850" y="2406813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p186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09" name="Google Shape;1609;p186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10" name="Google Shape;1610;p186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11" name="Google Shape;1611;p186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12" name="Google Shape;1612;p186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13" name="Google Shape;1613;p186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14" name="Google Shape;1614;p186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15" name="Google Shape;1615;p186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16" name="Google Shape;1616;p186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17" name="Google Shape;1617;p186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18" name="Google Shape;1618;p186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19" name="Google Shape;1619;p186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20" name="Google Shape;1620;p186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21" name="Google Shape;1621;p186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22" name="Google Shape;1622;p186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23" name="Google Shape;1623;p186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24" name="Google Shape;1624;p186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25" name="Google Shape;1625;p186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26" name="Google Shape;1626;p186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27" name="Google Shape;1627;p186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28" name="Google Shape;1628;p186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29" name="Google Shape;1629;p186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30" name="Google Shape;1630;p186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31" name="Google Shape;1631;p186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32" name="Google Shape;1632;p186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33" name="Google Shape;1633;p186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34" name="Google Shape;1634;p186"/>
          <p:cNvSpPr/>
          <p:nvPr/>
        </p:nvSpPr>
        <p:spPr>
          <a:xfrm>
            <a:off x="938150" y="296185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Peach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35" name="Google Shape;1635;p186"/>
          <p:cNvSpPr/>
          <p:nvPr/>
        </p:nvSpPr>
        <p:spPr>
          <a:xfrm>
            <a:off x="1754150" y="296184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36" name="Google Shape;1636;p186"/>
          <p:cNvSpPr/>
          <p:nvPr/>
        </p:nvSpPr>
        <p:spPr>
          <a:xfrm flipH="1" rot="10800000">
            <a:off x="565850" y="296185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37" name="Google Shape;1637;p186"/>
          <p:cNvSpPr/>
          <p:nvPr/>
        </p:nvSpPr>
        <p:spPr>
          <a:xfrm>
            <a:off x="938150" y="2221738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Luigi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38" name="Google Shape;1638;p186"/>
          <p:cNvSpPr/>
          <p:nvPr/>
        </p:nvSpPr>
        <p:spPr>
          <a:xfrm>
            <a:off x="1754150" y="2221734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39" name="Google Shape;1639;p186"/>
          <p:cNvSpPr/>
          <p:nvPr/>
        </p:nvSpPr>
        <p:spPr>
          <a:xfrm flipH="1" rot="10800000">
            <a:off x="565850" y="2221738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40" name="Google Shape;1640;p186"/>
          <p:cNvSpPr/>
          <p:nvPr/>
        </p:nvSpPr>
        <p:spPr>
          <a:xfrm>
            <a:off x="938150" y="2406813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41" name="Google Shape;1641;p186"/>
          <p:cNvSpPr/>
          <p:nvPr/>
        </p:nvSpPr>
        <p:spPr>
          <a:xfrm>
            <a:off x="1754150" y="2406809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42" name="Google Shape;1642;p186"/>
          <p:cNvSpPr/>
          <p:nvPr/>
        </p:nvSpPr>
        <p:spPr>
          <a:xfrm flipH="1" rot="10800000">
            <a:off x="565850" y="2406813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p187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48" name="Google Shape;1648;p187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49" name="Google Shape;1649;p187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50" name="Google Shape;1650;p187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51" name="Google Shape;1651;p187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52" name="Google Shape;1652;p187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53" name="Google Shape;1653;p187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54" name="Google Shape;1654;p187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55" name="Google Shape;1655;p187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56" name="Google Shape;1656;p187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57" name="Google Shape;1657;p187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58" name="Google Shape;1658;p187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59" name="Google Shape;1659;p187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60" name="Google Shape;1660;p187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61" name="Google Shape;1661;p187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62" name="Google Shape;1662;p187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63" name="Google Shape;1663;p187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64" name="Google Shape;1664;p187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65" name="Google Shape;1665;p187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66" name="Google Shape;1666;p187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67" name="Google Shape;1667;p187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68" name="Google Shape;1668;p187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69" name="Google Shape;1669;p187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70" name="Google Shape;1670;p187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71" name="Google Shape;1671;p187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72" name="Google Shape;1672;p187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73" name="Google Shape;1673;p187"/>
          <p:cNvSpPr/>
          <p:nvPr/>
        </p:nvSpPr>
        <p:spPr>
          <a:xfrm>
            <a:off x="938150" y="129677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Goomba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74" name="Google Shape;1674;p187"/>
          <p:cNvSpPr/>
          <p:nvPr/>
        </p:nvSpPr>
        <p:spPr>
          <a:xfrm>
            <a:off x="1754150" y="129677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75" name="Google Shape;1675;p187"/>
          <p:cNvSpPr/>
          <p:nvPr/>
        </p:nvSpPr>
        <p:spPr>
          <a:xfrm flipH="1" rot="10800000">
            <a:off x="565850" y="129677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76" name="Google Shape;1676;p187"/>
          <p:cNvSpPr/>
          <p:nvPr/>
        </p:nvSpPr>
        <p:spPr>
          <a:xfrm>
            <a:off x="938150" y="3321788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Rosalina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77" name="Google Shape;1677;p187"/>
          <p:cNvSpPr/>
          <p:nvPr/>
        </p:nvSpPr>
        <p:spPr>
          <a:xfrm>
            <a:off x="1754150" y="3321784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78" name="Google Shape;1678;p187"/>
          <p:cNvSpPr/>
          <p:nvPr/>
        </p:nvSpPr>
        <p:spPr>
          <a:xfrm flipH="1" rot="10800000">
            <a:off x="565850" y="3321788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79" name="Google Shape;1679;p187"/>
          <p:cNvSpPr/>
          <p:nvPr/>
        </p:nvSpPr>
        <p:spPr>
          <a:xfrm>
            <a:off x="938150" y="479170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Zelda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80" name="Google Shape;1680;p187"/>
          <p:cNvSpPr/>
          <p:nvPr/>
        </p:nvSpPr>
        <p:spPr>
          <a:xfrm>
            <a:off x="1754150" y="479169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81" name="Google Shape;1681;p187"/>
          <p:cNvSpPr/>
          <p:nvPr/>
        </p:nvSpPr>
        <p:spPr>
          <a:xfrm flipH="1" rot="10800000">
            <a:off x="565850" y="479170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82" name="Google Shape;1682;p187"/>
          <p:cNvSpPr/>
          <p:nvPr/>
        </p:nvSpPr>
        <p:spPr>
          <a:xfrm>
            <a:off x="938150" y="351682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Shy Guy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83" name="Google Shape;1683;p187"/>
          <p:cNvSpPr/>
          <p:nvPr/>
        </p:nvSpPr>
        <p:spPr>
          <a:xfrm>
            <a:off x="1754150" y="351682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84" name="Google Shape;1684;p187"/>
          <p:cNvSpPr/>
          <p:nvPr/>
        </p:nvSpPr>
        <p:spPr>
          <a:xfrm flipH="1" rot="10800000">
            <a:off x="565850" y="351682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85" name="Google Shape;1685;p187"/>
          <p:cNvSpPr/>
          <p:nvPr/>
        </p:nvSpPr>
        <p:spPr>
          <a:xfrm>
            <a:off x="938150" y="296185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Peach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86" name="Google Shape;1686;p187"/>
          <p:cNvSpPr/>
          <p:nvPr/>
        </p:nvSpPr>
        <p:spPr>
          <a:xfrm>
            <a:off x="1754150" y="296184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87" name="Google Shape;1687;p187"/>
          <p:cNvSpPr/>
          <p:nvPr/>
        </p:nvSpPr>
        <p:spPr>
          <a:xfrm flipH="1" rot="10800000">
            <a:off x="565850" y="296185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88" name="Google Shape;1688;p187"/>
          <p:cNvSpPr/>
          <p:nvPr/>
        </p:nvSpPr>
        <p:spPr>
          <a:xfrm>
            <a:off x="938150" y="74180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Daisy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89" name="Google Shape;1689;p187"/>
          <p:cNvSpPr/>
          <p:nvPr/>
        </p:nvSpPr>
        <p:spPr>
          <a:xfrm>
            <a:off x="1754150" y="74179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90" name="Google Shape;1690;p187"/>
          <p:cNvSpPr/>
          <p:nvPr/>
        </p:nvSpPr>
        <p:spPr>
          <a:xfrm flipH="1" rot="10800000">
            <a:off x="565850" y="74180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91" name="Google Shape;1691;p187"/>
          <p:cNvSpPr/>
          <p:nvPr/>
        </p:nvSpPr>
        <p:spPr>
          <a:xfrm>
            <a:off x="938150" y="2221738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Luigi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92" name="Google Shape;1692;p187"/>
          <p:cNvSpPr/>
          <p:nvPr/>
        </p:nvSpPr>
        <p:spPr>
          <a:xfrm>
            <a:off x="1754150" y="2221734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93" name="Google Shape;1693;p187"/>
          <p:cNvSpPr/>
          <p:nvPr/>
        </p:nvSpPr>
        <p:spPr>
          <a:xfrm flipH="1" rot="10800000">
            <a:off x="565850" y="2221738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94" name="Google Shape;1694;p187"/>
          <p:cNvSpPr/>
          <p:nvPr/>
        </p:nvSpPr>
        <p:spPr>
          <a:xfrm>
            <a:off x="938150" y="203675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King Boo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95" name="Google Shape;1695;p187"/>
          <p:cNvSpPr/>
          <p:nvPr/>
        </p:nvSpPr>
        <p:spPr>
          <a:xfrm>
            <a:off x="1754150" y="203674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96" name="Google Shape;1696;p187"/>
          <p:cNvSpPr/>
          <p:nvPr/>
        </p:nvSpPr>
        <p:spPr>
          <a:xfrm flipH="1" rot="10800000">
            <a:off x="565850" y="203675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97" name="Google Shape;1697;p187"/>
          <p:cNvSpPr/>
          <p:nvPr/>
        </p:nvSpPr>
        <p:spPr>
          <a:xfrm>
            <a:off x="938150" y="2406813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98" name="Google Shape;1698;p187"/>
          <p:cNvSpPr/>
          <p:nvPr/>
        </p:nvSpPr>
        <p:spPr>
          <a:xfrm>
            <a:off x="1754150" y="2406809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99" name="Google Shape;1699;p187"/>
          <p:cNvSpPr/>
          <p:nvPr/>
        </p:nvSpPr>
        <p:spPr>
          <a:xfrm flipH="1" rot="10800000">
            <a:off x="565850" y="2406813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00" name="Google Shape;1700;p187"/>
          <p:cNvSpPr/>
          <p:nvPr/>
        </p:nvSpPr>
        <p:spPr>
          <a:xfrm>
            <a:off x="938150" y="370182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Toad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01" name="Google Shape;1701;p187"/>
          <p:cNvSpPr/>
          <p:nvPr/>
        </p:nvSpPr>
        <p:spPr>
          <a:xfrm>
            <a:off x="1754150" y="370182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02" name="Google Shape;1702;p187"/>
          <p:cNvSpPr/>
          <p:nvPr/>
        </p:nvSpPr>
        <p:spPr>
          <a:xfrm flipH="1" rot="10800000">
            <a:off x="565850" y="370182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03" name="Google Shape;1703;p187"/>
          <p:cNvSpPr/>
          <p:nvPr/>
        </p:nvSpPr>
        <p:spPr>
          <a:xfrm>
            <a:off x="938150" y="4626788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Yoshi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04" name="Google Shape;1704;p187"/>
          <p:cNvSpPr/>
          <p:nvPr/>
        </p:nvSpPr>
        <p:spPr>
          <a:xfrm>
            <a:off x="1754150" y="4626784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05" name="Google Shape;1705;p187"/>
          <p:cNvSpPr/>
          <p:nvPr/>
        </p:nvSpPr>
        <p:spPr>
          <a:xfrm flipH="1" rot="10800000">
            <a:off x="565850" y="4626788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06" name="Google Shape;1706;p187"/>
          <p:cNvSpPr/>
          <p:nvPr/>
        </p:nvSpPr>
        <p:spPr>
          <a:xfrm>
            <a:off x="938150" y="371813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Birdo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07" name="Google Shape;1707;p187"/>
          <p:cNvSpPr/>
          <p:nvPr/>
        </p:nvSpPr>
        <p:spPr>
          <a:xfrm>
            <a:off x="1754150" y="371809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08" name="Google Shape;1708;p187"/>
          <p:cNvSpPr/>
          <p:nvPr/>
        </p:nvSpPr>
        <p:spPr>
          <a:xfrm flipH="1" rot="10800000">
            <a:off x="565850" y="371813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09" name="Google Shape;1709;p187"/>
          <p:cNvSpPr/>
          <p:nvPr/>
        </p:nvSpPr>
        <p:spPr>
          <a:xfrm>
            <a:off x="938150" y="425680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10" name="Google Shape;1710;p187"/>
          <p:cNvSpPr/>
          <p:nvPr/>
        </p:nvSpPr>
        <p:spPr>
          <a:xfrm>
            <a:off x="1754150" y="425679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11" name="Google Shape;1711;p187"/>
          <p:cNvSpPr/>
          <p:nvPr/>
        </p:nvSpPr>
        <p:spPr>
          <a:xfrm flipH="1" rot="10800000">
            <a:off x="565850" y="425680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12" name="Google Shape;1712;p187"/>
          <p:cNvSpPr/>
          <p:nvPr/>
        </p:nvSpPr>
        <p:spPr>
          <a:xfrm>
            <a:off x="938150" y="1666763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Isabelle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13" name="Google Shape;1713;p187"/>
          <p:cNvSpPr/>
          <p:nvPr/>
        </p:nvSpPr>
        <p:spPr>
          <a:xfrm flipH="1" rot="10800000">
            <a:off x="565850" y="1666763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p188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19" name="Google Shape;1719;p188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20" name="Google Shape;1720;p188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21" name="Google Shape;1721;p188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22" name="Google Shape;1722;p188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23" name="Google Shape;1723;p188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24" name="Google Shape;1724;p188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25" name="Google Shape;1725;p188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26" name="Google Shape;1726;p188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27" name="Google Shape;1727;p188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28" name="Google Shape;1728;p188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29" name="Google Shape;1729;p188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30" name="Google Shape;1730;p188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31" name="Google Shape;1731;p188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32" name="Google Shape;1732;p188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33" name="Google Shape;1733;p188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34" name="Google Shape;1734;p188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35" name="Google Shape;1735;p188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36" name="Google Shape;1736;p188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37" name="Google Shape;1737;p188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38" name="Google Shape;1738;p188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39" name="Google Shape;1739;p188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40" name="Google Shape;1740;p188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41" name="Google Shape;1741;p188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42" name="Google Shape;1742;p188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43" name="Google Shape;1743;p188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44" name="Google Shape;1744;p188"/>
          <p:cNvSpPr/>
          <p:nvPr/>
        </p:nvSpPr>
        <p:spPr>
          <a:xfrm>
            <a:off x="938150" y="129677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Goomba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45" name="Google Shape;1745;p188"/>
          <p:cNvSpPr/>
          <p:nvPr/>
        </p:nvSpPr>
        <p:spPr>
          <a:xfrm>
            <a:off x="1754150" y="129677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46" name="Google Shape;1746;p188"/>
          <p:cNvSpPr/>
          <p:nvPr/>
        </p:nvSpPr>
        <p:spPr>
          <a:xfrm flipH="1" rot="10800000">
            <a:off x="565850" y="129677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47" name="Google Shape;1747;p188"/>
          <p:cNvSpPr/>
          <p:nvPr/>
        </p:nvSpPr>
        <p:spPr>
          <a:xfrm>
            <a:off x="938150" y="3321788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Rosalina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48" name="Google Shape;1748;p188"/>
          <p:cNvSpPr/>
          <p:nvPr/>
        </p:nvSpPr>
        <p:spPr>
          <a:xfrm>
            <a:off x="1754150" y="3321784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49" name="Google Shape;1749;p188"/>
          <p:cNvSpPr/>
          <p:nvPr/>
        </p:nvSpPr>
        <p:spPr>
          <a:xfrm flipH="1" rot="10800000">
            <a:off x="565850" y="3321788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50" name="Google Shape;1750;p188"/>
          <p:cNvSpPr/>
          <p:nvPr/>
        </p:nvSpPr>
        <p:spPr>
          <a:xfrm>
            <a:off x="938150" y="479170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Zelda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51" name="Google Shape;1751;p188"/>
          <p:cNvSpPr/>
          <p:nvPr/>
        </p:nvSpPr>
        <p:spPr>
          <a:xfrm>
            <a:off x="1754150" y="479169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52" name="Google Shape;1752;p188"/>
          <p:cNvSpPr/>
          <p:nvPr/>
        </p:nvSpPr>
        <p:spPr>
          <a:xfrm flipH="1" rot="10800000">
            <a:off x="565850" y="479170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53" name="Google Shape;1753;p188"/>
          <p:cNvSpPr/>
          <p:nvPr/>
        </p:nvSpPr>
        <p:spPr>
          <a:xfrm>
            <a:off x="938150" y="351682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Shy Guy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54" name="Google Shape;1754;p188"/>
          <p:cNvSpPr/>
          <p:nvPr/>
        </p:nvSpPr>
        <p:spPr>
          <a:xfrm>
            <a:off x="1754150" y="351682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55" name="Google Shape;1755;p188"/>
          <p:cNvSpPr/>
          <p:nvPr/>
        </p:nvSpPr>
        <p:spPr>
          <a:xfrm flipH="1" rot="10800000">
            <a:off x="565850" y="351682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56" name="Google Shape;1756;p188"/>
          <p:cNvSpPr/>
          <p:nvPr/>
        </p:nvSpPr>
        <p:spPr>
          <a:xfrm>
            <a:off x="938150" y="296185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Peach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57" name="Google Shape;1757;p188"/>
          <p:cNvSpPr/>
          <p:nvPr/>
        </p:nvSpPr>
        <p:spPr>
          <a:xfrm>
            <a:off x="1754150" y="296184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58" name="Google Shape;1758;p188"/>
          <p:cNvSpPr/>
          <p:nvPr/>
        </p:nvSpPr>
        <p:spPr>
          <a:xfrm flipH="1" rot="10800000">
            <a:off x="565850" y="296185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59" name="Google Shape;1759;p188"/>
          <p:cNvSpPr/>
          <p:nvPr/>
        </p:nvSpPr>
        <p:spPr>
          <a:xfrm>
            <a:off x="938150" y="74180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Daisy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60" name="Google Shape;1760;p188"/>
          <p:cNvSpPr/>
          <p:nvPr/>
        </p:nvSpPr>
        <p:spPr>
          <a:xfrm>
            <a:off x="1754150" y="74179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61" name="Google Shape;1761;p188"/>
          <p:cNvSpPr/>
          <p:nvPr/>
        </p:nvSpPr>
        <p:spPr>
          <a:xfrm flipH="1" rot="10800000">
            <a:off x="565850" y="74180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62" name="Google Shape;1762;p188"/>
          <p:cNvSpPr/>
          <p:nvPr/>
        </p:nvSpPr>
        <p:spPr>
          <a:xfrm>
            <a:off x="938150" y="2221738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Luigi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63" name="Google Shape;1763;p188"/>
          <p:cNvSpPr/>
          <p:nvPr/>
        </p:nvSpPr>
        <p:spPr>
          <a:xfrm>
            <a:off x="1754150" y="2221734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64" name="Google Shape;1764;p188"/>
          <p:cNvSpPr/>
          <p:nvPr/>
        </p:nvSpPr>
        <p:spPr>
          <a:xfrm flipH="1" rot="10800000">
            <a:off x="565850" y="2221738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65" name="Google Shape;1765;p188"/>
          <p:cNvSpPr/>
          <p:nvPr/>
        </p:nvSpPr>
        <p:spPr>
          <a:xfrm>
            <a:off x="938150" y="203675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King Boo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66" name="Google Shape;1766;p188"/>
          <p:cNvSpPr/>
          <p:nvPr/>
        </p:nvSpPr>
        <p:spPr>
          <a:xfrm>
            <a:off x="1754150" y="203674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67" name="Google Shape;1767;p188"/>
          <p:cNvSpPr/>
          <p:nvPr/>
        </p:nvSpPr>
        <p:spPr>
          <a:xfrm flipH="1" rot="10800000">
            <a:off x="565850" y="203675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68" name="Google Shape;1768;p188"/>
          <p:cNvSpPr/>
          <p:nvPr/>
        </p:nvSpPr>
        <p:spPr>
          <a:xfrm>
            <a:off x="938150" y="2406813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69" name="Google Shape;1769;p188"/>
          <p:cNvSpPr/>
          <p:nvPr/>
        </p:nvSpPr>
        <p:spPr>
          <a:xfrm>
            <a:off x="1754150" y="2406809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70" name="Google Shape;1770;p188"/>
          <p:cNvSpPr/>
          <p:nvPr/>
        </p:nvSpPr>
        <p:spPr>
          <a:xfrm flipH="1" rot="10800000">
            <a:off x="565850" y="2406813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71" name="Google Shape;1771;p188"/>
          <p:cNvSpPr/>
          <p:nvPr/>
        </p:nvSpPr>
        <p:spPr>
          <a:xfrm>
            <a:off x="2218500" y="222177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Lakitu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72" name="Google Shape;1772;p188"/>
          <p:cNvSpPr/>
          <p:nvPr/>
        </p:nvSpPr>
        <p:spPr>
          <a:xfrm>
            <a:off x="3034500" y="222177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73" name="Google Shape;1773;p188"/>
          <p:cNvSpPr/>
          <p:nvPr/>
        </p:nvSpPr>
        <p:spPr>
          <a:xfrm flipH="1" rot="10800000">
            <a:off x="1846200" y="222177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74" name="Google Shape;1774;p188"/>
          <p:cNvSpPr/>
          <p:nvPr/>
        </p:nvSpPr>
        <p:spPr>
          <a:xfrm>
            <a:off x="938150" y="370182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Toad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75" name="Google Shape;1775;p188"/>
          <p:cNvSpPr/>
          <p:nvPr/>
        </p:nvSpPr>
        <p:spPr>
          <a:xfrm>
            <a:off x="1754150" y="370182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76" name="Google Shape;1776;p188"/>
          <p:cNvSpPr/>
          <p:nvPr/>
        </p:nvSpPr>
        <p:spPr>
          <a:xfrm flipH="1" rot="10800000">
            <a:off x="565850" y="370182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77" name="Google Shape;1777;p188"/>
          <p:cNvSpPr/>
          <p:nvPr/>
        </p:nvSpPr>
        <p:spPr>
          <a:xfrm>
            <a:off x="938150" y="4626788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Yoshi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78" name="Google Shape;1778;p188"/>
          <p:cNvSpPr/>
          <p:nvPr/>
        </p:nvSpPr>
        <p:spPr>
          <a:xfrm>
            <a:off x="1754150" y="4626784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79" name="Google Shape;1779;p188"/>
          <p:cNvSpPr/>
          <p:nvPr/>
        </p:nvSpPr>
        <p:spPr>
          <a:xfrm flipH="1" rot="10800000">
            <a:off x="565850" y="4626788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80" name="Google Shape;1780;p188"/>
          <p:cNvSpPr/>
          <p:nvPr/>
        </p:nvSpPr>
        <p:spPr>
          <a:xfrm>
            <a:off x="938150" y="371813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Birdo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81" name="Google Shape;1781;p188"/>
          <p:cNvSpPr/>
          <p:nvPr/>
        </p:nvSpPr>
        <p:spPr>
          <a:xfrm>
            <a:off x="1754150" y="371809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82" name="Google Shape;1782;p188"/>
          <p:cNvSpPr/>
          <p:nvPr/>
        </p:nvSpPr>
        <p:spPr>
          <a:xfrm flipH="1" rot="10800000">
            <a:off x="565850" y="371813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83" name="Google Shape;1783;p188"/>
          <p:cNvSpPr/>
          <p:nvPr/>
        </p:nvSpPr>
        <p:spPr>
          <a:xfrm>
            <a:off x="938150" y="425680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84" name="Google Shape;1784;p188"/>
          <p:cNvSpPr/>
          <p:nvPr/>
        </p:nvSpPr>
        <p:spPr>
          <a:xfrm>
            <a:off x="1754150" y="425679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85" name="Google Shape;1785;p188"/>
          <p:cNvSpPr/>
          <p:nvPr/>
        </p:nvSpPr>
        <p:spPr>
          <a:xfrm flipH="1" rot="10800000">
            <a:off x="565850" y="425680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86" name="Google Shape;1786;p188"/>
          <p:cNvSpPr/>
          <p:nvPr/>
        </p:nvSpPr>
        <p:spPr>
          <a:xfrm>
            <a:off x="938150" y="1666763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Isabelle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87" name="Google Shape;1787;p188"/>
          <p:cNvSpPr/>
          <p:nvPr/>
        </p:nvSpPr>
        <p:spPr>
          <a:xfrm flipH="1" rot="10800000">
            <a:off x="565850" y="1666763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p189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93" name="Google Shape;1793;p189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94" name="Google Shape;1794;p189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95" name="Google Shape;1795;p189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96" name="Google Shape;1796;p189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97" name="Google Shape;1797;p189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98" name="Google Shape;1798;p189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99" name="Google Shape;1799;p189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00" name="Google Shape;1800;p189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01" name="Google Shape;1801;p189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02" name="Google Shape;1802;p189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03" name="Google Shape;1803;p189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04" name="Google Shape;1804;p189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05" name="Google Shape;1805;p189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06" name="Google Shape;1806;p189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07" name="Google Shape;1807;p189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08" name="Google Shape;1808;p189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09" name="Google Shape;1809;p189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10" name="Google Shape;1810;p189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11" name="Google Shape;1811;p189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12" name="Google Shape;1812;p189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13" name="Google Shape;1813;p189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14" name="Google Shape;1814;p189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15" name="Google Shape;1815;p189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16" name="Google Shape;1816;p189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17" name="Google Shape;1817;p189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18" name="Google Shape;1818;p189"/>
          <p:cNvSpPr/>
          <p:nvPr/>
        </p:nvSpPr>
        <p:spPr>
          <a:xfrm>
            <a:off x="938150" y="129677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Goomba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19" name="Google Shape;1819;p189"/>
          <p:cNvSpPr/>
          <p:nvPr/>
        </p:nvSpPr>
        <p:spPr>
          <a:xfrm>
            <a:off x="1754150" y="129677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20" name="Google Shape;1820;p189"/>
          <p:cNvSpPr/>
          <p:nvPr/>
        </p:nvSpPr>
        <p:spPr>
          <a:xfrm flipH="1" rot="10800000">
            <a:off x="565850" y="129677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21" name="Google Shape;1821;p189"/>
          <p:cNvSpPr/>
          <p:nvPr/>
        </p:nvSpPr>
        <p:spPr>
          <a:xfrm>
            <a:off x="938150" y="3321788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Rosalina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22" name="Google Shape;1822;p189"/>
          <p:cNvSpPr/>
          <p:nvPr/>
        </p:nvSpPr>
        <p:spPr>
          <a:xfrm>
            <a:off x="1754150" y="3321784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23" name="Google Shape;1823;p189"/>
          <p:cNvSpPr/>
          <p:nvPr/>
        </p:nvSpPr>
        <p:spPr>
          <a:xfrm flipH="1" rot="10800000">
            <a:off x="565850" y="3321788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24" name="Google Shape;1824;p189"/>
          <p:cNvSpPr/>
          <p:nvPr/>
        </p:nvSpPr>
        <p:spPr>
          <a:xfrm>
            <a:off x="938150" y="479170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Zelda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25" name="Google Shape;1825;p189"/>
          <p:cNvSpPr/>
          <p:nvPr/>
        </p:nvSpPr>
        <p:spPr>
          <a:xfrm>
            <a:off x="1754150" y="479169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26" name="Google Shape;1826;p189"/>
          <p:cNvSpPr/>
          <p:nvPr/>
        </p:nvSpPr>
        <p:spPr>
          <a:xfrm flipH="1" rot="10800000">
            <a:off x="565850" y="479170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27" name="Google Shape;1827;p189"/>
          <p:cNvSpPr/>
          <p:nvPr/>
        </p:nvSpPr>
        <p:spPr>
          <a:xfrm>
            <a:off x="938150" y="351682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Shy Guy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28" name="Google Shape;1828;p189"/>
          <p:cNvSpPr/>
          <p:nvPr/>
        </p:nvSpPr>
        <p:spPr>
          <a:xfrm>
            <a:off x="1754150" y="351682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29" name="Google Shape;1829;p189"/>
          <p:cNvSpPr/>
          <p:nvPr/>
        </p:nvSpPr>
        <p:spPr>
          <a:xfrm flipH="1" rot="10800000">
            <a:off x="565850" y="351682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30" name="Google Shape;1830;p189"/>
          <p:cNvSpPr/>
          <p:nvPr/>
        </p:nvSpPr>
        <p:spPr>
          <a:xfrm>
            <a:off x="938150" y="296185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Peach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31" name="Google Shape;1831;p189"/>
          <p:cNvSpPr/>
          <p:nvPr/>
        </p:nvSpPr>
        <p:spPr>
          <a:xfrm>
            <a:off x="1754150" y="296184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32" name="Google Shape;1832;p189"/>
          <p:cNvSpPr/>
          <p:nvPr/>
        </p:nvSpPr>
        <p:spPr>
          <a:xfrm flipH="1" rot="10800000">
            <a:off x="565850" y="296185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33" name="Google Shape;1833;p189"/>
          <p:cNvSpPr/>
          <p:nvPr/>
        </p:nvSpPr>
        <p:spPr>
          <a:xfrm>
            <a:off x="938150" y="74180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Daisy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34" name="Google Shape;1834;p189"/>
          <p:cNvSpPr/>
          <p:nvPr/>
        </p:nvSpPr>
        <p:spPr>
          <a:xfrm>
            <a:off x="1754150" y="74179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35" name="Google Shape;1835;p189"/>
          <p:cNvSpPr/>
          <p:nvPr/>
        </p:nvSpPr>
        <p:spPr>
          <a:xfrm flipH="1" rot="10800000">
            <a:off x="565850" y="74180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36" name="Google Shape;1836;p189"/>
          <p:cNvSpPr/>
          <p:nvPr/>
        </p:nvSpPr>
        <p:spPr>
          <a:xfrm>
            <a:off x="938150" y="2221738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Luigi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37" name="Google Shape;1837;p189"/>
          <p:cNvSpPr/>
          <p:nvPr/>
        </p:nvSpPr>
        <p:spPr>
          <a:xfrm>
            <a:off x="1754150" y="2221734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38" name="Google Shape;1838;p189"/>
          <p:cNvSpPr/>
          <p:nvPr/>
        </p:nvSpPr>
        <p:spPr>
          <a:xfrm flipH="1" rot="10800000">
            <a:off x="565850" y="2221738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39" name="Google Shape;1839;p189"/>
          <p:cNvSpPr/>
          <p:nvPr/>
        </p:nvSpPr>
        <p:spPr>
          <a:xfrm>
            <a:off x="938150" y="203675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King Boo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40" name="Google Shape;1840;p189"/>
          <p:cNvSpPr/>
          <p:nvPr/>
        </p:nvSpPr>
        <p:spPr>
          <a:xfrm>
            <a:off x="1754150" y="203674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41" name="Google Shape;1841;p189"/>
          <p:cNvSpPr/>
          <p:nvPr/>
        </p:nvSpPr>
        <p:spPr>
          <a:xfrm flipH="1" rot="10800000">
            <a:off x="565850" y="203675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42" name="Google Shape;1842;p189"/>
          <p:cNvSpPr/>
          <p:nvPr/>
        </p:nvSpPr>
        <p:spPr>
          <a:xfrm>
            <a:off x="938150" y="2406813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43" name="Google Shape;1843;p189"/>
          <p:cNvSpPr/>
          <p:nvPr/>
        </p:nvSpPr>
        <p:spPr>
          <a:xfrm>
            <a:off x="1754150" y="2406809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44" name="Google Shape;1844;p189"/>
          <p:cNvSpPr/>
          <p:nvPr/>
        </p:nvSpPr>
        <p:spPr>
          <a:xfrm flipH="1" rot="10800000">
            <a:off x="565850" y="2406813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45" name="Google Shape;1845;p189"/>
          <p:cNvSpPr/>
          <p:nvPr/>
        </p:nvSpPr>
        <p:spPr>
          <a:xfrm>
            <a:off x="2218500" y="222177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Lakitu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46" name="Google Shape;1846;p189"/>
          <p:cNvSpPr/>
          <p:nvPr/>
        </p:nvSpPr>
        <p:spPr>
          <a:xfrm>
            <a:off x="3034500" y="222177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47" name="Google Shape;1847;p189"/>
          <p:cNvSpPr/>
          <p:nvPr/>
        </p:nvSpPr>
        <p:spPr>
          <a:xfrm flipH="1" rot="10800000">
            <a:off x="1846200" y="222177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48" name="Google Shape;1848;p189"/>
          <p:cNvSpPr/>
          <p:nvPr/>
        </p:nvSpPr>
        <p:spPr>
          <a:xfrm>
            <a:off x="3498850" y="222177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Link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49" name="Google Shape;1849;p189"/>
          <p:cNvSpPr/>
          <p:nvPr/>
        </p:nvSpPr>
        <p:spPr>
          <a:xfrm>
            <a:off x="4314850" y="222177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50" name="Google Shape;1850;p189"/>
          <p:cNvSpPr/>
          <p:nvPr/>
        </p:nvSpPr>
        <p:spPr>
          <a:xfrm flipH="1" rot="10800000">
            <a:off x="3126550" y="222177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51" name="Google Shape;1851;p189"/>
          <p:cNvSpPr/>
          <p:nvPr/>
        </p:nvSpPr>
        <p:spPr>
          <a:xfrm>
            <a:off x="938150" y="370182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Toad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52" name="Google Shape;1852;p189"/>
          <p:cNvSpPr/>
          <p:nvPr/>
        </p:nvSpPr>
        <p:spPr>
          <a:xfrm>
            <a:off x="1754150" y="370182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53" name="Google Shape;1853;p189"/>
          <p:cNvSpPr/>
          <p:nvPr/>
        </p:nvSpPr>
        <p:spPr>
          <a:xfrm flipH="1" rot="10800000">
            <a:off x="565850" y="370182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54" name="Google Shape;1854;p189"/>
          <p:cNvSpPr/>
          <p:nvPr/>
        </p:nvSpPr>
        <p:spPr>
          <a:xfrm>
            <a:off x="938150" y="4626788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Yoshi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55" name="Google Shape;1855;p189"/>
          <p:cNvSpPr/>
          <p:nvPr/>
        </p:nvSpPr>
        <p:spPr>
          <a:xfrm>
            <a:off x="1754150" y="4626784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56" name="Google Shape;1856;p189"/>
          <p:cNvSpPr/>
          <p:nvPr/>
        </p:nvSpPr>
        <p:spPr>
          <a:xfrm flipH="1" rot="10800000">
            <a:off x="565850" y="4626788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57" name="Google Shape;1857;p189"/>
          <p:cNvSpPr/>
          <p:nvPr/>
        </p:nvSpPr>
        <p:spPr>
          <a:xfrm>
            <a:off x="938150" y="371813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Birdo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58" name="Google Shape;1858;p189"/>
          <p:cNvSpPr/>
          <p:nvPr/>
        </p:nvSpPr>
        <p:spPr>
          <a:xfrm>
            <a:off x="1754150" y="371809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59" name="Google Shape;1859;p189"/>
          <p:cNvSpPr/>
          <p:nvPr/>
        </p:nvSpPr>
        <p:spPr>
          <a:xfrm flipH="1" rot="10800000">
            <a:off x="565850" y="371813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60" name="Google Shape;1860;p189"/>
          <p:cNvSpPr/>
          <p:nvPr/>
        </p:nvSpPr>
        <p:spPr>
          <a:xfrm>
            <a:off x="938150" y="425680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61" name="Google Shape;1861;p189"/>
          <p:cNvSpPr/>
          <p:nvPr/>
        </p:nvSpPr>
        <p:spPr>
          <a:xfrm>
            <a:off x="1754150" y="425679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62" name="Google Shape;1862;p189"/>
          <p:cNvSpPr/>
          <p:nvPr/>
        </p:nvSpPr>
        <p:spPr>
          <a:xfrm flipH="1" rot="10800000">
            <a:off x="565850" y="425680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63" name="Google Shape;1863;p189"/>
          <p:cNvSpPr/>
          <p:nvPr/>
        </p:nvSpPr>
        <p:spPr>
          <a:xfrm>
            <a:off x="938150" y="1666763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Isabelle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64" name="Google Shape;1864;p189"/>
          <p:cNvSpPr/>
          <p:nvPr/>
        </p:nvSpPr>
        <p:spPr>
          <a:xfrm flipH="1" rot="10800000">
            <a:off x="565850" y="1666763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8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p190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70" name="Google Shape;1870;p190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71" name="Google Shape;1871;p190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72" name="Google Shape;1872;p190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73" name="Google Shape;1873;p190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74" name="Google Shape;1874;p190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75" name="Google Shape;1875;p190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76" name="Google Shape;1876;p190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77" name="Google Shape;1877;p190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78" name="Google Shape;1878;p190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79" name="Google Shape;1879;p190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80" name="Google Shape;1880;p190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81" name="Google Shape;1881;p190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82" name="Google Shape;1882;p190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83" name="Google Shape;1883;p190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84" name="Google Shape;1884;p190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85" name="Google Shape;1885;p190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86" name="Google Shape;1886;p190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87" name="Google Shape;1887;p190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88" name="Google Shape;1888;p190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89" name="Google Shape;1889;p190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90" name="Google Shape;1890;p190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91" name="Google Shape;1891;p190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92" name="Google Shape;1892;p190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93" name="Google Shape;1893;p190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94" name="Google Shape;1894;p190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95" name="Google Shape;1895;p190"/>
          <p:cNvSpPr/>
          <p:nvPr/>
        </p:nvSpPr>
        <p:spPr>
          <a:xfrm>
            <a:off x="938150" y="129677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Goomba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96" name="Google Shape;1896;p190"/>
          <p:cNvSpPr/>
          <p:nvPr/>
        </p:nvSpPr>
        <p:spPr>
          <a:xfrm>
            <a:off x="1754150" y="129677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97" name="Google Shape;1897;p190"/>
          <p:cNvSpPr/>
          <p:nvPr/>
        </p:nvSpPr>
        <p:spPr>
          <a:xfrm flipH="1" rot="10800000">
            <a:off x="565850" y="129677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98" name="Google Shape;1898;p190"/>
          <p:cNvSpPr/>
          <p:nvPr/>
        </p:nvSpPr>
        <p:spPr>
          <a:xfrm>
            <a:off x="938150" y="3321788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Rosalina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99" name="Google Shape;1899;p190"/>
          <p:cNvSpPr/>
          <p:nvPr/>
        </p:nvSpPr>
        <p:spPr>
          <a:xfrm>
            <a:off x="1754150" y="3321784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00" name="Google Shape;1900;p190"/>
          <p:cNvSpPr/>
          <p:nvPr/>
        </p:nvSpPr>
        <p:spPr>
          <a:xfrm flipH="1" rot="10800000">
            <a:off x="565850" y="3321788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01" name="Google Shape;1901;p190"/>
          <p:cNvSpPr/>
          <p:nvPr/>
        </p:nvSpPr>
        <p:spPr>
          <a:xfrm>
            <a:off x="938150" y="479170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Zelda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02" name="Google Shape;1902;p190"/>
          <p:cNvSpPr/>
          <p:nvPr/>
        </p:nvSpPr>
        <p:spPr>
          <a:xfrm>
            <a:off x="1754150" y="479169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03" name="Google Shape;1903;p190"/>
          <p:cNvSpPr/>
          <p:nvPr/>
        </p:nvSpPr>
        <p:spPr>
          <a:xfrm flipH="1" rot="10800000">
            <a:off x="565850" y="479170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04" name="Google Shape;1904;p190"/>
          <p:cNvSpPr/>
          <p:nvPr/>
        </p:nvSpPr>
        <p:spPr>
          <a:xfrm>
            <a:off x="938150" y="351682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Shy Guy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05" name="Google Shape;1905;p190"/>
          <p:cNvSpPr/>
          <p:nvPr/>
        </p:nvSpPr>
        <p:spPr>
          <a:xfrm>
            <a:off x="1754150" y="351682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06" name="Google Shape;1906;p190"/>
          <p:cNvSpPr/>
          <p:nvPr/>
        </p:nvSpPr>
        <p:spPr>
          <a:xfrm flipH="1" rot="10800000">
            <a:off x="565850" y="351682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07" name="Google Shape;1907;p190"/>
          <p:cNvSpPr/>
          <p:nvPr/>
        </p:nvSpPr>
        <p:spPr>
          <a:xfrm>
            <a:off x="938150" y="296185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Peach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08" name="Google Shape;1908;p190"/>
          <p:cNvSpPr/>
          <p:nvPr/>
        </p:nvSpPr>
        <p:spPr>
          <a:xfrm>
            <a:off x="1754150" y="296184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09" name="Google Shape;1909;p190"/>
          <p:cNvSpPr/>
          <p:nvPr/>
        </p:nvSpPr>
        <p:spPr>
          <a:xfrm flipH="1" rot="10800000">
            <a:off x="565850" y="296185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10" name="Google Shape;1910;p190"/>
          <p:cNvSpPr/>
          <p:nvPr/>
        </p:nvSpPr>
        <p:spPr>
          <a:xfrm>
            <a:off x="938150" y="74180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Daisy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11" name="Google Shape;1911;p190"/>
          <p:cNvSpPr/>
          <p:nvPr/>
        </p:nvSpPr>
        <p:spPr>
          <a:xfrm>
            <a:off x="1754150" y="74179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12" name="Google Shape;1912;p190"/>
          <p:cNvSpPr/>
          <p:nvPr/>
        </p:nvSpPr>
        <p:spPr>
          <a:xfrm flipH="1" rot="10800000">
            <a:off x="565850" y="74180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13" name="Google Shape;1913;p190"/>
          <p:cNvSpPr/>
          <p:nvPr/>
        </p:nvSpPr>
        <p:spPr>
          <a:xfrm>
            <a:off x="938150" y="2221738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Luigi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14" name="Google Shape;1914;p190"/>
          <p:cNvSpPr/>
          <p:nvPr/>
        </p:nvSpPr>
        <p:spPr>
          <a:xfrm>
            <a:off x="1754150" y="2221734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15" name="Google Shape;1915;p190"/>
          <p:cNvSpPr/>
          <p:nvPr/>
        </p:nvSpPr>
        <p:spPr>
          <a:xfrm flipH="1" rot="10800000">
            <a:off x="565850" y="2221738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16" name="Google Shape;1916;p190"/>
          <p:cNvSpPr/>
          <p:nvPr/>
        </p:nvSpPr>
        <p:spPr>
          <a:xfrm>
            <a:off x="938150" y="203675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King Boo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17" name="Google Shape;1917;p190"/>
          <p:cNvSpPr/>
          <p:nvPr/>
        </p:nvSpPr>
        <p:spPr>
          <a:xfrm>
            <a:off x="1754150" y="203674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18" name="Google Shape;1918;p190"/>
          <p:cNvSpPr/>
          <p:nvPr/>
        </p:nvSpPr>
        <p:spPr>
          <a:xfrm flipH="1" rot="10800000">
            <a:off x="565850" y="203675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19" name="Google Shape;1919;p190"/>
          <p:cNvSpPr/>
          <p:nvPr/>
        </p:nvSpPr>
        <p:spPr>
          <a:xfrm>
            <a:off x="938150" y="2406813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20" name="Google Shape;1920;p190"/>
          <p:cNvSpPr/>
          <p:nvPr/>
        </p:nvSpPr>
        <p:spPr>
          <a:xfrm>
            <a:off x="1754150" y="2406809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21" name="Google Shape;1921;p190"/>
          <p:cNvSpPr/>
          <p:nvPr/>
        </p:nvSpPr>
        <p:spPr>
          <a:xfrm flipH="1" rot="10800000">
            <a:off x="565850" y="2406813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22" name="Google Shape;1922;p190"/>
          <p:cNvSpPr/>
          <p:nvPr/>
        </p:nvSpPr>
        <p:spPr>
          <a:xfrm>
            <a:off x="2218500" y="351682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Spike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23" name="Google Shape;1923;p190"/>
          <p:cNvSpPr/>
          <p:nvPr/>
        </p:nvSpPr>
        <p:spPr>
          <a:xfrm>
            <a:off x="3034500" y="351682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24" name="Google Shape;1924;p190"/>
          <p:cNvSpPr/>
          <p:nvPr/>
        </p:nvSpPr>
        <p:spPr>
          <a:xfrm flipH="1" rot="10800000">
            <a:off x="1846200" y="351682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25" name="Google Shape;1925;p190"/>
          <p:cNvSpPr/>
          <p:nvPr/>
        </p:nvSpPr>
        <p:spPr>
          <a:xfrm>
            <a:off x="2218500" y="129677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Ganon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26" name="Google Shape;1926;p190"/>
          <p:cNvSpPr/>
          <p:nvPr/>
        </p:nvSpPr>
        <p:spPr>
          <a:xfrm>
            <a:off x="3034500" y="129677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27" name="Google Shape;1927;p190"/>
          <p:cNvSpPr/>
          <p:nvPr/>
        </p:nvSpPr>
        <p:spPr>
          <a:xfrm flipH="1" rot="10800000">
            <a:off x="1846200" y="129677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28" name="Google Shape;1928;p190"/>
          <p:cNvSpPr/>
          <p:nvPr/>
        </p:nvSpPr>
        <p:spPr>
          <a:xfrm>
            <a:off x="2218500" y="222177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Lakitu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29" name="Google Shape;1929;p190"/>
          <p:cNvSpPr/>
          <p:nvPr/>
        </p:nvSpPr>
        <p:spPr>
          <a:xfrm>
            <a:off x="3034500" y="222177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30" name="Google Shape;1930;p190"/>
          <p:cNvSpPr/>
          <p:nvPr/>
        </p:nvSpPr>
        <p:spPr>
          <a:xfrm flipH="1" rot="10800000">
            <a:off x="1846200" y="222177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31" name="Google Shape;1931;p190"/>
          <p:cNvSpPr/>
          <p:nvPr/>
        </p:nvSpPr>
        <p:spPr>
          <a:xfrm>
            <a:off x="3498850" y="222177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Link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32" name="Google Shape;1932;p190"/>
          <p:cNvSpPr/>
          <p:nvPr/>
        </p:nvSpPr>
        <p:spPr>
          <a:xfrm>
            <a:off x="4314850" y="222177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33" name="Google Shape;1933;p190"/>
          <p:cNvSpPr/>
          <p:nvPr/>
        </p:nvSpPr>
        <p:spPr>
          <a:xfrm flipH="1" rot="10800000">
            <a:off x="3126550" y="222177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34" name="Google Shape;1934;p190"/>
          <p:cNvSpPr/>
          <p:nvPr/>
        </p:nvSpPr>
        <p:spPr>
          <a:xfrm>
            <a:off x="938150" y="370182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Toad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35" name="Google Shape;1935;p190"/>
          <p:cNvSpPr/>
          <p:nvPr/>
        </p:nvSpPr>
        <p:spPr>
          <a:xfrm>
            <a:off x="1754150" y="370182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36" name="Google Shape;1936;p190"/>
          <p:cNvSpPr/>
          <p:nvPr/>
        </p:nvSpPr>
        <p:spPr>
          <a:xfrm flipH="1" rot="10800000">
            <a:off x="565850" y="370182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37" name="Google Shape;1937;p190"/>
          <p:cNvSpPr/>
          <p:nvPr/>
        </p:nvSpPr>
        <p:spPr>
          <a:xfrm>
            <a:off x="2218500" y="3696213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Toadette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38" name="Google Shape;1938;p190"/>
          <p:cNvSpPr/>
          <p:nvPr/>
        </p:nvSpPr>
        <p:spPr>
          <a:xfrm>
            <a:off x="3034500" y="3696209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39" name="Google Shape;1939;p190"/>
          <p:cNvSpPr/>
          <p:nvPr/>
        </p:nvSpPr>
        <p:spPr>
          <a:xfrm flipH="1" rot="10800000">
            <a:off x="1846200" y="3696213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40" name="Google Shape;1940;p190"/>
          <p:cNvSpPr/>
          <p:nvPr/>
        </p:nvSpPr>
        <p:spPr>
          <a:xfrm>
            <a:off x="938150" y="4626788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Yoshi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41" name="Google Shape;1941;p190"/>
          <p:cNvSpPr/>
          <p:nvPr/>
        </p:nvSpPr>
        <p:spPr>
          <a:xfrm>
            <a:off x="1754150" y="4626784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42" name="Google Shape;1942;p190"/>
          <p:cNvSpPr/>
          <p:nvPr/>
        </p:nvSpPr>
        <p:spPr>
          <a:xfrm flipH="1" rot="10800000">
            <a:off x="565850" y="4626788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43" name="Google Shape;1943;p190"/>
          <p:cNvSpPr/>
          <p:nvPr/>
        </p:nvSpPr>
        <p:spPr>
          <a:xfrm>
            <a:off x="938150" y="371813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Birdo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44" name="Google Shape;1944;p190"/>
          <p:cNvSpPr/>
          <p:nvPr/>
        </p:nvSpPr>
        <p:spPr>
          <a:xfrm>
            <a:off x="1754150" y="371809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45" name="Google Shape;1945;p190"/>
          <p:cNvSpPr/>
          <p:nvPr/>
        </p:nvSpPr>
        <p:spPr>
          <a:xfrm flipH="1" rot="10800000">
            <a:off x="565850" y="371813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46" name="Google Shape;1946;p190"/>
          <p:cNvSpPr/>
          <p:nvPr/>
        </p:nvSpPr>
        <p:spPr>
          <a:xfrm>
            <a:off x="2218500" y="741778"/>
            <a:ext cx="10437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Donkey Kong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47" name="Google Shape;1947;p190"/>
          <p:cNvSpPr/>
          <p:nvPr/>
        </p:nvSpPr>
        <p:spPr>
          <a:xfrm>
            <a:off x="3262123" y="741775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48" name="Google Shape;1948;p190"/>
          <p:cNvSpPr/>
          <p:nvPr/>
        </p:nvSpPr>
        <p:spPr>
          <a:xfrm flipH="1" rot="10800000">
            <a:off x="1846200" y="741788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49" name="Google Shape;1949;p190"/>
          <p:cNvSpPr/>
          <p:nvPr/>
        </p:nvSpPr>
        <p:spPr>
          <a:xfrm>
            <a:off x="3733425" y="741753"/>
            <a:ext cx="10437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Diddy Kong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50" name="Google Shape;1950;p190"/>
          <p:cNvSpPr/>
          <p:nvPr/>
        </p:nvSpPr>
        <p:spPr>
          <a:xfrm>
            <a:off x="4777048" y="741750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51" name="Google Shape;1951;p190"/>
          <p:cNvSpPr/>
          <p:nvPr/>
        </p:nvSpPr>
        <p:spPr>
          <a:xfrm flipH="1" rot="10800000">
            <a:off x="3361125" y="741763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52" name="Google Shape;1952;p190"/>
          <p:cNvSpPr/>
          <p:nvPr/>
        </p:nvSpPr>
        <p:spPr>
          <a:xfrm>
            <a:off x="2218500" y="37242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Bowser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53" name="Google Shape;1953;p190"/>
          <p:cNvSpPr/>
          <p:nvPr/>
        </p:nvSpPr>
        <p:spPr>
          <a:xfrm>
            <a:off x="3034500" y="37242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54" name="Google Shape;1954;p190"/>
          <p:cNvSpPr/>
          <p:nvPr/>
        </p:nvSpPr>
        <p:spPr>
          <a:xfrm flipH="1" rot="10800000">
            <a:off x="1846200" y="37242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55" name="Google Shape;1955;p190"/>
          <p:cNvSpPr/>
          <p:nvPr/>
        </p:nvSpPr>
        <p:spPr>
          <a:xfrm>
            <a:off x="3498850" y="371778"/>
            <a:ext cx="924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Bowser Jr.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56" name="Google Shape;1956;p190"/>
          <p:cNvSpPr/>
          <p:nvPr/>
        </p:nvSpPr>
        <p:spPr>
          <a:xfrm>
            <a:off x="4422701" y="371775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57" name="Google Shape;1957;p190"/>
          <p:cNvSpPr/>
          <p:nvPr/>
        </p:nvSpPr>
        <p:spPr>
          <a:xfrm flipH="1" rot="10800000">
            <a:off x="3126550" y="37177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58" name="Google Shape;1958;p190"/>
          <p:cNvSpPr/>
          <p:nvPr/>
        </p:nvSpPr>
        <p:spPr>
          <a:xfrm>
            <a:off x="938150" y="425680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59" name="Google Shape;1959;p190"/>
          <p:cNvSpPr/>
          <p:nvPr/>
        </p:nvSpPr>
        <p:spPr>
          <a:xfrm>
            <a:off x="1754150" y="425679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60" name="Google Shape;1960;p190"/>
          <p:cNvSpPr/>
          <p:nvPr/>
        </p:nvSpPr>
        <p:spPr>
          <a:xfrm flipH="1" rot="10800000">
            <a:off x="565850" y="425680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61" name="Google Shape;1961;p190"/>
          <p:cNvSpPr/>
          <p:nvPr/>
        </p:nvSpPr>
        <p:spPr>
          <a:xfrm>
            <a:off x="2218500" y="425557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Waluigi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62" name="Google Shape;1962;p190"/>
          <p:cNvSpPr/>
          <p:nvPr/>
        </p:nvSpPr>
        <p:spPr>
          <a:xfrm>
            <a:off x="3034500" y="425557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63" name="Google Shape;1963;p190"/>
          <p:cNvSpPr/>
          <p:nvPr/>
        </p:nvSpPr>
        <p:spPr>
          <a:xfrm flipH="1" rot="10800000">
            <a:off x="1846200" y="425557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64" name="Google Shape;1964;p190"/>
          <p:cNvSpPr/>
          <p:nvPr/>
        </p:nvSpPr>
        <p:spPr>
          <a:xfrm>
            <a:off x="2218500" y="2961803"/>
            <a:ext cx="11427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Petey Piranha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65" name="Google Shape;1965;p190"/>
          <p:cNvSpPr/>
          <p:nvPr/>
        </p:nvSpPr>
        <p:spPr>
          <a:xfrm>
            <a:off x="3361125" y="2961800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66" name="Google Shape;1966;p190"/>
          <p:cNvSpPr/>
          <p:nvPr/>
        </p:nvSpPr>
        <p:spPr>
          <a:xfrm flipH="1" rot="10800000">
            <a:off x="1846200" y="2961813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67" name="Google Shape;1967;p190"/>
          <p:cNvSpPr/>
          <p:nvPr/>
        </p:nvSpPr>
        <p:spPr>
          <a:xfrm>
            <a:off x="5248350" y="741741"/>
            <a:ext cx="10437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Dry Bones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68" name="Google Shape;1968;p190"/>
          <p:cNvSpPr/>
          <p:nvPr/>
        </p:nvSpPr>
        <p:spPr>
          <a:xfrm>
            <a:off x="6291973" y="741738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69" name="Google Shape;1969;p190"/>
          <p:cNvSpPr/>
          <p:nvPr/>
        </p:nvSpPr>
        <p:spPr>
          <a:xfrm flipH="1" rot="10800000">
            <a:off x="4876050" y="74175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70" name="Google Shape;1970;p190"/>
          <p:cNvSpPr/>
          <p:nvPr/>
        </p:nvSpPr>
        <p:spPr>
          <a:xfrm>
            <a:off x="3498850" y="3700329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Tom Nook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71" name="Google Shape;1971;p190"/>
          <p:cNvSpPr/>
          <p:nvPr/>
        </p:nvSpPr>
        <p:spPr>
          <a:xfrm>
            <a:off x="4314850" y="3701808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72" name="Google Shape;1972;p190"/>
          <p:cNvSpPr/>
          <p:nvPr/>
        </p:nvSpPr>
        <p:spPr>
          <a:xfrm flipH="1" rot="10800000">
            <a:off x="3126550" y="3700329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73" name="Google Shape;1973;p190"/>
          <p:cNvSpPr/>
          <p:nvPr/>
        </p:nvSpPr>
        <p:spPr>
          <a:xfrm>
            <a:off x="2218500" y="2031788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K.K. Slider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974" name="Google Shape;1974;p190"/>
          <p:cNvSpPr/>
          <p:nvPr/>
        </p:nvSpPr>
        <p:spPr>
          <a:xfrm>
            <a:off x="3034500" y="2031784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75" name="Google Shape;1975;p190"/>
          <p:cNvSpPr/>
          <p:nvPr/>
        </p:nvSpPr>
        <p:spPr>
          <a:xfrm flipH="1" rot="10800000">
            <a:off x="1846200" y="2031788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76" name="Google Shape;1976;p190"/>
          <p:cNvSpPr/>
          <p:nvPr/>
        </p:nvSpPr>
        <p:spPr>
          <a:xfrm>
            <a:off x="938150" y="1666763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Isabelle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77" name="Google Shape;1977;p190"/>
          <p:cNvSpPr/>
          <p:nvPr/>
        </p:nvSpPr>
        <p:spPr>
          <a:xfrm flipH="1" rot="10800000">
            <a:off x="565850" y="1666763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1" name="Shape 1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2" name="Google Shape;1982;p19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</a:t>
            </a:r>
            <a:r>
              <a:rPr i="1" lang="en">
                <a:solidFill>
                  <a:srgbClr val="000000"/>
                </a:solidFill>
                <a:highlight>
                  <a:schemeClr val="dk1"/>
                </a:highlight>
              </a:rPr>
              <a:t>n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)</a:t>
            </a:r>
            <a:r>
              <a:rPr lang="en">
                <a:solidFill>
                  <a:srgbClr val="FFFFFF"/>
                </a:solidFill>
              </a:rPr>
              <a:t>    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6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p19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(1)</a:t>
            </a:r>
            <a:endParaRPr>
              <a:solidFill>
                <a:srgbClr val="000000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p19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char *name;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char *number;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person;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6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Google Shape;1997;p19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 node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char *name;</a:t>
            </a:r>
            <a:b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char *number;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struct node *next;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1" name="Shape 2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2" name="Google Shape;2002;p19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node *table[26];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6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p196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8" name="Google Shape;2008;p196"/>
          <p:cNvSpPr txBox="1"/>
          <p:nvPr/>
        </p:nvSpPr>
        <p:spPr>
          <a:xfrm>
            <a:off x="1283157" y="2195550"/>
            <a:ext cx="1926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input 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2009" name="Google Shape;2009;p196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output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3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Google Shape;2014;p197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5" name="Google Shape;2015;p197"/>
          <p:cNvSpPr txBox="1"/>
          <p:nvPr/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</a:rPr>
              <a:t>hash function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9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p198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1" name="Google Shape;2021;p198"/>
          <p:cNvSpPr txBox="1"/>
          <p:nvPr/>
        </p:nvSpPr>
        <p:spPr>
          <a:xfrm>
            <a:off x="532847" y="2195550"/>
            <a:ext cx="2676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Mario 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2022" name="Google Shape;2022;p198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12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6" name="Shape 2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" name="Google Shape;2027;p199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8" name="Google Shape;2028;p199"/>
          <p:cNvSpPr txBox="1"/>
          <p:nvPr/>
        </p:nvSpPr>
        <p:spPr>
          <a:xfrm>
            <a:off x="532847" y="2195550"/>
            <a:ext cx="2676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Luigi 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2029" name="Google Shape;2029;p199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11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3" name="Shape 2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" name="Google Shape;2034;p200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35" name="Google Shape;2035;p200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36" name="Google Shape;2036;p200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37" name="Google Shape;2037;p200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38" name="Google Shape;2038;p200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39" name="Google Shape;2039;p200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40" name="Google Shape;2040;p200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41" name="Google Shape;2041;p200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42" name="Google Shape;2042;p200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43" name="Google Shape;2043;p200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44" name="Google Shape;2044;p200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45" name="Google Shape;2045;p200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46" name="Google Shape;2046;p200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47" name="Google Shape;2047;p200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48" name="Google Shape;2048;p200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49" name="Google Shape;2049;p200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50" name="Google Shape;2050;p200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51" name="Google Shape;2051;p200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52" name="Google Shape;2052;p200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53" name="Google Shape;2053;p200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54" name="Google Shape;2054;p200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55" name="Google Shape;2055;p200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56" name="Google Shape;2056;p200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57" name="Google Shape;2057;p200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58" name="Google Shape;2058;p200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59" name="Google Shape;2059;p200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60" name="Google Shape;2060;p200"/>
          <p:cNvSpPr txBox="1"/>
          <p:nvPr/>
        </p:nvSpPr>
        <p:spPr>
          <a:xfrm>
            <a:off x="0" y="166650"/>
            <a:ext cx="456900" cy="48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Laa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Lab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Lac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Lad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Lae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Laf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Lag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Lah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Lai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Laj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Lak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Lim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Lin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Lio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Luh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Lui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Luj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61" name="Google Shape;2061;p200"/>
          <p:cNvSpPr/>
          <p:nvPr/>
        </p:nvSpPr>
        <p:spPr>
          <a:xfrm>
            <a:off x="938150" y="389160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Luigi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62" name="Google Shape;2062;p200"/>
          <p:cNvSpPr/>
          <p:nvPr/>
        </p:nvSpPr>
        <p:spPr>
          <a:xfrm>
            <a:off x="1754150" y="389159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63" name="Google Shape;2063;p200"/>
          <p:cNvSpPr/>
          <p:nvPr/>
        </p:nvSpPr>
        <p:spPr>
          <a:xfrm flipH="1" rot="10800000">
            <a:off x="565850" y="389160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64" name="Google Shape;2064;p200"/>
          <p:cNvSpPr/>
          <p:nvPr/>
        </p:nvSpPr>
        <p:spPr>
          <a:xfrm>
            <a:off x="938150" y="314865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Link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65" name="Google Shape;2065;p200"/>
          <p:cNvSpPr/>
          <p:nvPr/>
        </p:nvSpPr>
        <p:spPr>
          <a:xfrm>
            <a:off x="1754150" y="314864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66" name="Google Shape;2066;p200"/>
          <p:cNvSpPr/>
          <p:nvPr/>
        </p:nvSpPr>
        <p:spPr>
          <a:xfrm flipH="1" rot="10800000">
            <a:off x="565850" y="314865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67" name="Google Shape;2067;p200"/>
          <p:cNvSpPr/>
          <p:nvPr/>
        </p:nvSpPr>
        <p:spPr>
          <a:xfrm>
            <a:off x="938150" y="259620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Lakitu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68" name="Google Shape;2068;p200"/>
          <p:cNvSpPr/>
          <p:nvPr/>
        </p:nvSpPr>
        <p:spPr>
          <a:xfrm>
            <a:off x="1754150" y="259619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69" name="Google Shape;2069;p200"/>
          <p:cNvSpPr/>
          <p:nvPr/>
        </p:nvSpPr>
        <p:spPr>
          <a:xfrm flipH="1" rot="10800000">
            <a:off x="565850" y="259620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3" name="Shape 2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4" name="Google Shape;2074;p20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#include &lt;ctype.h&gt;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hash(char *word)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toupper(word[0]) - 'A';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8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p20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#include &lt;ctype.h&gt;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hash(const char *word)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toupper(word[0]) - 'A';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3" name="Shape 2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4" name="Google Shape;2084;p20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#include &lt;ctype.h&gt;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unsigned int hash(const char *word)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toupper(word[0]) - 'A';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8" name="Shape 2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" name="Google Shape;2089;p20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O</a:t>
            </a:r>
            <a:r>
              <a:rPr lang="en"/>
              <a:t>(</a:t>
            </a:r>
            <a:r>
              <a:rPr i="1" lang="en"/>
              <a:t>n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3" name="Shape 2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4" name="Google Shape;2094;p20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O</a:t>
            </a:r>
            <a:r>
              <a:rPr lang="en"/>
              <a:t>(</a:t>
            </a:r>
            <a:r>
              <a:rPr i="1" lang="en"/>
              <a:t>n</a:t>
            </a:r>
            <a:r>
              <a:rPr lang="en"/>
              <a:t>/</a:t>
            </a:r>
            <a:r>
              <a:rPr i="1" lang="en"/>
              <a:t>k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8" name="Shape 2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" name="Google Shape;2099;p20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O</a:t>
            </a:r>
            <a:r>
              <a:rPr lang="en"/>
              <a:t>(</a:t>
            </a:r>
            <a:r>
              <a:rPr i="1" lang="en"/>
              <a:t>n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3" name="Shape 2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Google Shape;2104;p20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O</a:t>
            </a:r>
            <a:r>
              <a:rPr lang="en"/>
              <a:t>(</a:t>
            </a:r>
            <a:r>
              <a:rPr lang="en"/>
              <a:t>1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8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" name="Google Shape;2109;p20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tries</a:t>
            </a:r>
            <a:endParaRPr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3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4" name="Google Shape;2114;p209"/>
          <p:cNvPicPr preferRelativeResize="0"/>
          <p:nvPr/>
        </p:nvPicPr>
        <p:blipFill rotWithShape="1">
          <a:blip r:embed="rId3">
            <a:alphaModFix/>
          </a:blip>
          <a:srcRect b="4111" l="0" r="0" t="4111"/>
          <a:stretch/>
        </p:blipFill>
        <p:spPr>
          <a:xfrm>
            <a:off x="152400" y="290200"/>
            <a:ext cx="8839200" cy="4563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8" name="Shape 2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9" name="Google Shape;2119;p210"/>
          <p:cNvPicPr preferRelativeResize="0"/>
          <p:nvPr/>
        </p:nvPicPr>
        <p:blipFill rotWithShape="1">
          <a:blip r:embed="rId3">
            <a:alphaModFix/>
          </a:blip>
          <a:srcRect b="4111" l="0" r="0" t="4111"/>
          <a:stretch/>
        </p:blipFill>
        <p:spPr>
          <a:xfrm>
            <a:off x="152400" y="290200"/>
            <a:ext cx="8839200" cy="4563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3" name="Shape 2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4" name="Google Shape;2124;p2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57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8" name="Shape 2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9" name="Google Shape;2129;p2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56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3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4" name="Google Shape;2134;p2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57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8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9" name="Google Shape;2139;p2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57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3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4" name="Google Shape;2144;p2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57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8" name="Shape 2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9" name="Google Shape;2149;p2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57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3" name="Shape 2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4" name="Google Shape;2154;p2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57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8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9" name="Google Shape;2159;p2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57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3" name="Shape 2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4" name="Google Shape;2164;p2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57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8" name="Shape 2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9" name="Google Shape;2169;p2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 node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struct node *children[26];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char *number;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3" name="Shape 2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4" name="Google Shape;2174;p2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node *trie;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8" name="Shape 2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9" name="Google Shape;2179;p2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(1)</a:t>
            </a:r>
            <a:r>
              <a:rPr lang="en">
                <a:solidFill>
                  <a:srgbClr val="FFFFFF"/>
                </a:solidFill>
              </a:rPr>
              <a:t>              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3" name="Shape 2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4" name="Google Shape;2184;p2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3187" y="0"/>
            <a:ext cx="385762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8" name="Shape 2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9" name="Google Shape;2189;p2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